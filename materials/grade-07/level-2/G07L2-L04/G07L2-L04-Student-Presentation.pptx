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Newton's Laws: Why Things Move the Way They Do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The Three Rules That Govern Every Motion in the Universe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7 Level 2  |  NGSS: MS-PS2-1, MS-PS2-2  |  G07L2-L04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applied force, mass, and friction interact to determine an object's acceleration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why heavier objects require more force to achieve the same acceleration as lighter ones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net force determines whether an object speeds up, slows down, or stays at rest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Design investigations demonstrating that F = ma through controlled variable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Net Force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total force acting on an object after all individual forces are added together, accounting for direction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Acceleration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rate at which an object's speed or direction changes over time, measured in meters per second squared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Friction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force that opposes motion between two surfaces in contact, converting kinetic energy to heat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Inertia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An object's resistance to changes in its motion, directly related to its mass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Why does a bowling ball keep rolling while a tennis ball stops quickly, and why does pushing a shopping cart feel different when it's full vs. empty?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Applied Force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push or pull exerted on the object by an external source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Object Mass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much matter the object contains, determining its resistance to acceleration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Acceleration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quickly the object's speed changes in response to net force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Friction Force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resistance force from the surface that opposes the object's motion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Net Force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total unbalanced force remaining after friction is subtracted from applied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Applied Force to Net Force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Increasing the applied force directly increases the net force available to accelerate the object, as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Friction Force to Net Force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Friction opposes motion and subtracts from the applied force. Higher friction means less net force i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Net Force to Acceleration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Newton's Second Law: acceleration is directly proportional to net force. More net force produces mor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Object Mass to Acceleration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Newton's Second Law: acceleration is inversely proportional to mass. More mass means less accelerati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Acceleration to Friction Force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As an object moves faster (higher acceleration leads to higher velocity), friction force increases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Light + Strong Force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High applied force, low mass, moderate friction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Heavy + Same Force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Same applied force, much higher mass, same friction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High Friction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Moderate force, moderate mass, high friction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Acceleration depends on BOTH force AND mass: more force means more acceleration, but more mass means less acceleration (F = ma)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Friction always opposes motion, reducing net force and therefore reducing acceleration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Net force is what determines motion: an object only accelerates when forces are UNBALANCED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A heavier object has more inertia, meaning it resists changes in motion more than a lighter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Vehicle Safety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and conduct a vehicle safety test demonstrating how mass, force, and friction affect collision outcomes, applying Newton's Laws to real-world engineering.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Mechanical Engineers apply Newton's Laws to design machines, vehicles, and structures. They analyze forces, motion, and materials to create safe, efficient products, earning $75,000-$130,000/year.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Applied Force and Net Force?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Applied Force?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G07L2-L04  |  Grade 7 Level 2  |  NGSS: MS-PS2-1, MS-PS2-2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