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Are Cheetahs Losing Their Speed?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Genetic Diversity, Habitat Loss, and the Future of the Fastest Animal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7 Level 2  |  NGSS: MS-LS4-6, MS-LS4-4  |  G07L2-L09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habitat fragmentation reduces population size and genetic diversity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low genetic diversity reduces trait variation and species fitness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small, isolated populations lose adaptive traits over time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how natural selection depends on genetic variation within a 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Genetic Diversity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total variety of genes and alleles within a population, which determines how much variation exists in traits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Habitat Fragmentation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breaking apart of large, continuous habitats into smaller, isolated patches, often caused by human development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Trait Variation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range of differences in a specific characteristic (like speed, size, or coloring) within a population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Species Fitness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overall ability of a population to survive, reproduce, and adapt to environmental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Cheetahs are the fastest land animals on Earth, but they're slowing down. How can an entire species lose the very trait that defines its survival?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Population Size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total number of individuals in the cheetah population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Habitat Fragmentation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degree to which the cheetah's habitat has been broken into isolated patches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Genetic Diversity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variety of genes and alleles present in the cheetah population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Trait Variation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range of differences in physical traits like speed, size, and disease resist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Species Fitness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overall ability of the cheetah population to survive, reproduce, and adapt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Population Size to Genetic Diversity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Larger populations maintain more genetic diversity because there are more individuals carrying diffe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Habitat Fragmentation to Genetic Diversity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fragmentation isolates populations, preventing gene flow between groups. Each isolated group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Genetic Diversity to Trait Variation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genetic diversity means more variation in physical traits like speed, disease resistance, and b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Trait Variation to Species Fitness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Greater trait variation gives natural selection more to work with. Populations with diverse traits a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Habitat Fragmentation to Population Size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Fragmented habitats support fewer individuals because each isolated patch has limited resources,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Severe Bottleneck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Very small population, highly fragmented habitat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Healthy Population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Large population, connected habitat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Conservation Corridor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Gradually increasing population, decreasing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Cheetahs have extremely low genetic diversity because they went through a population bottleneck about 10,000 years ago when their numbers dropped dramatically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Low genetic diversity means less trait variation, so individuals are more similar and the population has fewer options for adapting to new threats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Habitat fragmentation isolates small groups, preventing gene flow between populations and further reducing genetic diversity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Natural selection can only work when there is genetic variation. Without variation, a population cannot adapt, no matter how strong the selection pressure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Cheetah Conservation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Create a science-based conservation plan to restore genetic diversity in cheetah populations, using your simulation model data to justify your strategies.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Conservation geneticists study the genetic health of endangered species and design breeding and habitat programs to preserve genetic diversity. They work at wildlife agencies, zoos, universities, and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Population Size and Species Fitness?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Population Size?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G07L2-L09  |  Grade 7 Level 2  |  NGSS: MS-LS4-6, MS-LS4-4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