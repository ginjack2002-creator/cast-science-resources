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Rock Cycle Deep Dive: From Magma to Mountain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Earth Recycles Itself Over Millions of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7 Level 2  |  NGSS: MS-ESS2-1, MS-ESS1-4  |  G07L2-L07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heat, pressure, and weathering drive the continuous transformation of rock types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the three rock types (igneous, sedimentary, metamorphic) are connected through the rock cycle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which rock type dominates under different geological conditions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how rock strata and the rock cycle help scientists organize Earth's geologic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Igneous Rock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Rock formed from the cooling and solidification of magma or lava, either below or above Earth's surface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Sedimentary Rock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Rock formed from compressed and cemented layers of sediment, often containing fossils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Metamorphic Rock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Rock that has been transformed by extreme heat and pressure without melting, changing its mineral structure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Weathering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breaking down of rocks by physical, chemical, or biological processes at Earth's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If Earth is 4.6 billion years old, why aren't all rocks ancient? How does Earth constantly create, destroy, and recreate rocks?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Heat &amp; Pressure (Depth)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intensity of thermal and compressive conditions deep underground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Weathering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rapidly rocks are broken down by physical, chemical, and biological processe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Igneous Rock Formation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rate at which magma cools and solidifies into new igneous rock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Sedimentary Layers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accumulation of eroded rock fragments that compact into sedimentary rock ove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Metamorphic Transformation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rate at which existing rocks are changed by heat and pressure into metamorph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Heat &amp; Pressure to Metamorphic Transformation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Greater heat and pressure deep underground cause more rock to undergo metamorphic transformation, ch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Heat &amp; Pressure to Igneous Rock Formation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Extreme heat melts rock into magma. When magma cools (either underground or at the surface), it soli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Weathering Rate to Sedimentary Layers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weathering breaks down more surface rock into sediment. This sediment is transported, deposit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Sedimentary Layers to Metamorphic Transformation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As sedimentary layers accumulate, the weight of upper layers creates pressure on deeper layers. If b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Weathering Rate to Igneous Rock Formation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 weathering erodes and breaks down exposed igneous rock at the surface, reducing the amount of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High Heat &amp; Pressure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Intense conditions deep underground, minimal surface erosion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High Weathering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Rapid surface erosion, minimal underground heat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Balanced Conditions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Moderate heat/pressure AND moderate weathering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rock cycle has no beginning or end: any rock type can become any other rock type given the right conditions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Heat and pressure deep underground create igneous and metamorphic rocks, while weathering at the surface creates sedimentary rocks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rock cycle is driven by Earth's internal heat (radioactive decay and leftover formation heat) and external energy (the Sun, which drives weathering)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Sedimentary rock layers contain fossils and provide a timeline of Earth's history, which is how scientists organize the geologic time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Build a Geologic History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Create a geologic history timeline showing how the rock cycle has shaped Earth's surface over billions of years, using rock strata evidence and your simulation model data.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Geologists study Earth's materials, processes, and history. They work in natural resource exploration, environmental consulting, hazard assessment, and academic research, earning $65,000-$120,000/year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Heat &amp; Pressure (Depth) and Metamorphic Transformation?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Heat &amp; Pressure (Depth)?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G07L2-L07  |  Grade 7 Level 2  |  NGSS: MS-ESS2-1, MS-ESS1-4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