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Can We Run Out of Rare Earth Metals?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Mining, Recycling, and the Hidden Cost of Modern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MS-ESS3-1, MS-ESS3-4  |  G07L2-L10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mining rate and recycling rate interact to determine the available supply of rare earth metals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supply and demand dynamics drive market price and substitution incentives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changes in resource consumption and recycling affect long-term supply sustainability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human activity impacts Earth's finite mineral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Rare Earth Metals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group of 17 metallic elements essential for modern technology including smartphones, wind turbines, electric vehicles, and military equipment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Mining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speed at which raw materials are extracted from the Earth, measured in tons per year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Recycling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percentage of used materials that are recovered and reprocessed for new use instead of being discarded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Substitution Incentive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economic motivation to find alternative materials when the original material becomes too expensive or scarce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Every phone, computer, and electric car uses rare earth metals. If we keep mining them at current rates without recycling, will we run 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Mining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rare earth metals are extracted from underground deposits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Recycling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percentage of rare earth metals recovered from discarded electronics and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Available Supply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amount of rare earth metals accessible for manufacturing and technolog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Market Price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cost per unit of rare earth metals, driven by the balance of supply and dema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Substitution Incentive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economic pressure to develop alternative materials that can replace rare 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Mining Rate to Available Supply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mining rates extract more rare earth metals from the ground, increasing the available supply 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Recycling Rate to Available Supply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recycling rates recover rare earth metals from discarded electronics, returning them to the a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Available Supply to Market Price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available supply increases, market price decreases because supply exceeds demand. When supply d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Market Price to Substitution Incentive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market prices for rare earth metals create stronger economic incentive to develop cheaper alt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Mining Rate to Available Supply (long-term)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 the long term, high mining rates deplete underground deposits faster, eventually reducing the 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High Mining, Low Recycling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Aggressive extraction, minimal recycling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Balanced Approach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mining with high recycling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Depletion Scenario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mining (exhausted deposits), low recycling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Rare earth metals are not actually rare in Earth's crust, but they are rarely found in concentrations high enough to mine economically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Currently, less than 1% of rare earth metals are recycled from electronic waste, meaning massive amounts of valuable material end up in landfills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Available Supply drops and Market Price rises, it creates economic incentive to develop substitutes, which can reduce dependence on rare earths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China controls about 60% of rare earth mining and 90% of processing, making global supply vulnerable to geopolitical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Rare Earth Recycling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 community electronics recycling program that maximizes rare earth metal recovery, using your simulation model data to justify the program's design and expected impact.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Materials scientists study the properties and applications of metals, ceramics, polymers, and composites. They develop new materials and recycling processes for industries including technology, aerosp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Mining Rate and Substitution Incentive?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Mining Rate?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G07L2-L10  |  Grade 7 Level 2  |  NGSS: MS-ESS3-1, MS-ESS3-4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