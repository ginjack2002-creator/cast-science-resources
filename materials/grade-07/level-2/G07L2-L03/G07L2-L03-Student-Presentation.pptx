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Ocean Currents and Climate: The Conveyor Belt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The Hidden Rivers That Control Our Weather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7 Level 2  |  NGSS: MS-ESS2-6, MS-ESS3-5  |  G07L2-L03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temperature differences between the equator and poles drive ocean circulation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wind patterns and ocean currents work together to distribute heat globally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disruptions to ocean currents could affect regional climate stability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why Europe is warmer than expected for its latitude due to ocean heat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Thermohaline Circulation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global ocean current system driven by differences in water temperature and salinity, often called the Great Ocean Conveyor Belt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Heat Distribution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by which thermal energy is spread from warmer regions to cooler regions through fluid movement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Ocean Current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continuous, directed movement of ocean water generated by wind, temperature, salinity, and Earth's rotation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Regional Climate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average weather conditions in a specific geographic area over long periods, influenced by nearby ocean currents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How do invisible rivers in the ocean control the weather thousands of miles away?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Temperature Difference (Equator vs Poles)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heat gradient between tropical and polar regions that drives circulation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Wind Patterns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Surface winds that push ocean water and create surface currents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Ocean Current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water circulates through the global conveyor belt system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Heat Distribution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evenly thermal energy is spread across the planet by ocean circulation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Regional Climate Stability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predictable and moderate weather patterns are in coastal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Temperature Difference to Ocean Current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larger temperature gradient between the equator and poles creates a stronger density difference in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Wind Patterns to Ocean Current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Stronger surface winds push more water, increasing the speed of surface currents and contributing to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Ocean Current Speed to Heat Distribution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ocean currents transport more thermal energy from the tropics to the poles, creating more eve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Heat Distribution to Regional Climate Stability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heat is distributed more evenly, coastal regions experience more moderate temperatures and more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Heat Distribution to Temperature Difference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As currents distribute heat from equator to poles, they reduce the very temperature difference that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Normal Circulation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temperature gradient, normal wind patterns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Enhanced Temperature Gradient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Maximum difference between equator and poles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Ice Melt Disruption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Reduced temperature gradient from polar ice melt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Ocean currents act as a global conveyor belt, carrying warm water toward the poles and cold water back toward the equator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Wind patterns drive surface currents while temperature and salinity differences drive deep-water currents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Europe is warmer than expected for its latitude because the Gulf Stream carries tropical heat northward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If global warming disrupts the temperature gradient by melting polar ice, ocean currents could weaken, paradoxically making some regions colder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Climate Impact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Create a visual map showing how ocean current disruption would affect climate in different regions around the world, using evidence from your simulation model.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Physical Oceanographers study ocean currents, waves, and water properties to understand how oceans affect climate and weather. They work for NOAA, universities, and environmental research institutes,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Temperature Difference (Equator vs Poles) and Regional Climate Stability?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Temperature Difference (Equator vs Poles)?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G07L2-L03  |  Grade 7 Level 2  |  NGSS: MS-ESS2-6, MS-ESS3-5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