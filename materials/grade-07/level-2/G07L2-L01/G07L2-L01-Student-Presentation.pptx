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The Invisible War: How Your Immune System Fights Back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Your Body's Army Against Invaders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7 Level 2  |  NGSS: MS-LS1-3, MS-LS1-8  |  G07L2-L01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the immune system detects and responds to pathogen invasions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vaccines train the immune system to produce antibodies before infection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infection severity based on pathogen load and immune system preparedness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how white blood cells and antibodies work together as interacting subsystems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Pathogen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microorganism such as a bacterium or virus that can cause disease when it enters the body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Antibody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Y-shaped protein produced by white blood cells that specifically targets and neutralizes a particular pathogen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Vaccine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weakened or inactive form of a pathogen that trains the immune system to recognize and fight the real pathogen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White Blood Cell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type of blood cell that defends the body against infection by identifying, attacking, and destroying pathogens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How does your body know the difference between you and an invader, and how does it fight back?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Pathogen Load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Amount of bacteria or virus entering the body at one time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Vaccine Status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Whether the immune system has been previously trained to recognize this pathogen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White Blood Cell Response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quickly and strongly immune cells activate to fight the invasion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Antibody Production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rate at which targeted pathogen-fighting proteins are created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Infection Severity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sick the person gets based on pathogen spread vs. immune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Pathogen Load to Infection Severity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pathogens entering the body means the infection can spread faster and cause more damage before 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Vaccine Status to Antibody Production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When the immune system has been vaccinated, it already has memory cells ready to produce antibodies 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White Blood Cell Response to Infection Severity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 stronger white blood cell response destroys more pathogens early, reducing how severe the infectio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Antibody Production to Infection Severity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Antibodies specifically target and neutralize pathogens, directly reducing infection severity.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Pathogen Load to White Blood Cell Response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pathogens trigger a larger immune response as the body detects the growing threat.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Unvaccinated + High Pathogen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pathogen load, no prior vaccination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Vaccinated + High Pathogen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pathogen load, immune system pre-trained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Low Pathogen + No Vaccine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Small pathogen exposure, no vaccine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immune system has two lines of defense: fast general response (white blood cells) and slow targeted response (antibodies)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Vaccines work by giving the immune system a head start, so antibody production begins immediately upon infection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Higher pathogen loads overwhelm the immune system faster, making the white blood cell response critical in the first hours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immune system remembers past infections, which is why you rarely get the same illness twice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Public Health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Create an evidence-based public health campaign explaining how the immune system works and why vaccination matters, using data from your simulation model.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Immunologists study the immune system and develop treatments for diseases, allergies, and autoimmune disorders. They work at research hospitals, pharmaceutical companies, and the CDC, earning $75,000-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Pathogen Load and Infection Severity?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Pathogen Load?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G07L2-L01  |  Grade 7 Level 2  |  NGSS: MS-LS1-3, MS-LS1-8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