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Electromagnetic Spectrum: Beyond Visible Light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Invisible Waves That Run Your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MS-PS4-2, MS-PS4-3  |  G07L2-L06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wave frequency, energy, and penetration depth across the electromagnetic spectrum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different types of electromagnetic waves are used for different purposes based on their properties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waves interact with different materials based on frequency and energy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digital signals use electromagnetic waves to transmit information reliably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Electromagnetic Spectrum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complete range of electromagnetic waves organized by frequency, from low-energy radio waves to high-energy gamma rays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number of wave cycles that pass a point per second, measured in Hertz, directly related to the energy carried by the wave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Wavelength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distance between consecutive wave peaks, inversely related to frequency: higher frequency means shorter wavelength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Penetration Depth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far an electromagnetic wave can pass through a given material before being absorbed or reflected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visible light is just a tiny sliver of the electromagnetic spectrum, what else is out there that we can't see?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Frequency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electromagnetic wave oscillates, determining its position on the sp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Amplitude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strong or tall the wave is, related to the intensity of the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energy carried by the wave, determined by frequency and amplitude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Penetration Depth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far the wave passes through different types of matter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Detection Sensitivity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human senses or specific instruments can detect the 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Frequency to Wave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frequency electromagnetic waves carry more energy per photon. This is why gamma rays (extreme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Amplitude to Wave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Larger amplitude means a more intense wave carrying more total energy, regardless of frequency. A br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Energy to Penetration Depth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energy waves can penetrate deeper into materials. X-rays have enough energy to pass through s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Frequency to Detection Sensitivity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Human eyes detect only the visible frequency range. Below (infrared) and above (ultraviolet) this ra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Amplitude to Detection Sensitivity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amplitude waves are easier to detect. A louder radio signal is clearer than a weak one.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Radio Frequency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low frequency, moderate amplitude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Visible Light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Mid-range frequency, moderate amplitude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X-ray Frequency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high frequency, moderate amplitude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frequency electromagnetic waves carry more energy, which is why X-rays and gamma rays are dangerous while radio waves are harmless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Visible light is just a tiny sliver of the electromagnetic spectrum that human eyes evolved to detect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Different materials absorb, reflect, or transmit electromagnetic waves differently depending on the wave's frequency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Digital signals encode information as discrete pulses of electromagnetic waves, making them more resistant to noise than analog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an EM Spectrum Technology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showcase demonstrating how different parts of the electromagnetic spectrum are used in everyday technology, with evidence from your wave model explaining why each application works.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Telecommunications Engineers design and maintain systems that transmit information using electromagnetic waves, including cell networks, satellite communications, and fiber optics, earning $80,000-$14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Wave Frequency and Detection Sensitivity?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Wave Frequency?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G07L2-L06  |  Grade 7 Level 2  |  NGSS: MS-PS4-2, MS-PS4-3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