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Evolution in Action: How Species Change Over Time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Why Biodiversity Is Nature's Insurance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MS-LS4-1, MS-LS4-4  |  G07L2-L05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environmental change creates selection pressure that favors certain traits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why larger populations with more genetic variation adapt faster than small, uniform ones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extinction risk based on population size, genetic variation, and rate of environmental change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Construct explanations for how natural selection drives adaptation over many generations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Natural Selection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by which organisms with traits better suited to their environment survive and reproduce at higher rates, passing those traits to offspring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Selection Pressure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Any environmental factor that causes individuals with certain traits to survive and reproduce better than others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Adaptation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trait that increases an organism's fitness in its specific environment, developed through natural selection over many generations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Genetic Variation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range of different alleles and traits present within a population, providing the raw material for natural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How can a population of identical-looking organisms become two completely different species over 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Environmental Change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the habitat is changing in temperature, food availability, or other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Population Size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number of individuals in the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Genetic Variation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diversity of traits and alleles present within the population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Selection Pressure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strongly the current environment favors certain traits over others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Adaptation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quickly favorable traits spread through the population via 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Environmental Change Rate to Selection Pressure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environmental change creates stronger selection pressure because the gap between current trai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Population Size to Genetic Variation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Larger populations contain more individuals, which means more genetic diversity through random mutat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Genetic Variation to Adaptation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Populations with more genetic variation have a wider range of traits to select from. When the enviro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Selection Pressure to Adaptation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selection pressure means a bigger survival advantage for individuals with favorable traits,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Adaptation Rate to Population Size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a population adapts successfully, more individuals survive and reproduce, increasing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Rapid Change + Small Population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Fast environmental shift, few individuals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Rapid Change + Large Population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fast change, many individuals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Gradual Change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Slow environmental shift over many generations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Natural selection can only work if there is genetic variation in the population. Without variation, there's nothing to select from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Large populations have more genetic variation, giving them more options for adaptation when environments change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environmental change is faster than adaptation can keep up, extinction becomes likely, especially for small populations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Adaptation rate increases when selection pressure is strong AND the population has sufficient genetic variation to 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Conservation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an evidence-based conservation strategy for an endangered species, using your evolution model to explain why genetic diversity is critical for the species' survival.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Conservation Biologists study ecosystems and develop strategies to protect endangered species and habitats. They work for wildlife agencies, national parks, and environmental nonprofits, earning $55,0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Environmental Change Rate and Adaptation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Environmental Change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G07L2-L05  |  Grade 7 Level 2  |  NGSS: MS-LS4-1, MS-LS4-4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