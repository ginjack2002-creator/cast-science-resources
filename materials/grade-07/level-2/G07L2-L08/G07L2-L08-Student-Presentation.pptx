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Do You Weigh Less on the Moon?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Gravity, Mass, and the Force That Keeps You Grounded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7 Level 2  |  NGSS: MS-PS2-4, MS-ESS1-2  |  G07L2-L08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gravitational pull depends on the mass of the planet and the distance from its center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the difference between mass and weight using gravitational interactions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object weight and jump height change on different planets and moons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gravity governs motion within the solar system and beyond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Gravitational Pull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attractive force between two objects that depends on their masses and the distance between them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Mass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amount of matter in an object, which stays the same regardless of location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Weight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force of gravity acting on an object's mass, which changes depending on the gravitational pull of the planet or moon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Inverse Square Law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principle that gravitational force decreases rapidly as the distance between two objects increases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would you weigh less on the Moon than on Earth, even though your body hasn't changed at 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Planet Mass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amount of matter that makes up the planet or moon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Distance from Center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far an object is from the center of the planet or moon's mass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Gravitational Pull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strength of the attractive force exerted by the planet or moon on objects at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Object Weight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downward force experienced by an object due to gravitational pull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Jump Height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high a person can jump, which increases when gravitational pull 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Planet Mass to Gravitational Pull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planet mass means stronger gravitational pull. A more massive planet attracts objects with m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Distance from Center to Gravitational Pull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distance from the planet's center means weaker gravitational pull. Gravity decreases with th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Gravitational Pull to Object Weight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Stronger gravitational pull means greater object weight. Weight is the force of gravity acting on ma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Gravitational Pull to Jump Height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Stronger gravitational pull means lower jump height. More gravity holds you down, making it harder t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Object Weight to Jump Height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object weight (due to stronger gravity) means lower jump height, because more force is neede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Moon vs. Earth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planet mass (Moon), same distance from center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Giant Planet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Very high planet mass (Jupiter), same distance from center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Far from Center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Same planet mass, greatly increased distance from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Weight changes depending on where you are, but mass always stays the same because mass is the amount of matter in your body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Gravitational pull depends on BOTH the planet's mass AND your distance from its center, not just one factor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Moon has about 1/6 of Earth's surface gravity, so you would weigh 1/6 as much and could jump 6 times higher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Gravity is what keeps planets in orbit around the Sun and moons in orbit around planets, because gravitational interactions are always attractive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Space Colony Fitness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Create a fitness and safety program for astronauts living on the Moon or Mars, accounting for how reduced gravity affects the human body, using data from your simulation model.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Astrophysicists study the physics of celestial objects and the forces that govern their behavior. They work at NASA, universities, observatories, and aerospace companies, earning $80,000-$160,000/year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Planet Mass and Jump Height?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Planet Mass?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G07L2-L08  |  Grade 7 Level 2  |  NGSS: MS-PS2-4, MS-ESS1-2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