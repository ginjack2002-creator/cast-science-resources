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Earth Systems Collide: Volcanoes, Climate, and Life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a Volcanic Eruption Can Change the Whole Planet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5-ESS2-1  |  G05L2-L06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volcanic eruptions release CO2 into the atmosphere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increased atmospheric CO2 raises global temperature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how vegetation and ocean absorption create negative feedback loops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what happens to global temperature when volcanic activity 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Geosphere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solid Earth, including rocks, mountains, and the mantle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Atmosphere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layer of gases surrounding Earth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Negative Feedback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response that counteracts a change, pushing a system back toward balance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Greenhouse Gas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gas like CO2 that traps heat in the atmosphere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can a volcano on one continent change the climate on another?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Volcanic Activity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frequency and intensity of volcanic eruptions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Atmospheric CO2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carbon dioxide gas in Earth's atmosphere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Global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Earth's average surface temperature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Ocean Absorption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CO2 absorbed by the world's oceans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Vegetation Growth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plant growth responding to temperature and CO2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Volcanic Activity to Atmospheric CO2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Volcanic eruptions release large amounts of CO2 into the atmosphere.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Atmospheric CO2 to Global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CO2 traps more heat, increasing Earth's average temperature.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Global Temperature to Vegetation Growth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Warmer temperatures and more CO2 stimulate plant growth (to a point).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Vegetation Growth to Atmospheric CO2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vegetation absorbs more CO2 through photosynthesis, reducing atmospheric levels.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Ocean Absorption to Atmospheric CO2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Oceans absorb CO2 from the atmosphere, reducing atmospheric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Normal Earth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volcanic activity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Massive Eruption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Volcanic Activity at 90%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Self-Regulation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Volcanic Activity at 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Volcanic eruptions add CO2 to the atmosphere, which raises global temperature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Warmer temperatures and more CO2 cause plants to grow faster, absorbing some CO2 (negative feedback)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Oceans also absorb CO2, helping to regulate the atmosphere (another negative feedback)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Earth has natural self-regulation systems, but they can be overwhelmed by extreme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an Early Warning Climate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monitoring system that could detect and predict climate changes after a major volcanic eruption.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Volcanologists and Climate Modelers study how volcanic eruptions affect Earth's climate. They use computer models similar to what you built today to predict future climate changes. They earn $70,000-$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Volcanic Activity and Vegetation Growth?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Volcanic Activity?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G05L2-L06  |  Grade 5 Level 2  |  NGSS: 5-ESS2-1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