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Does Ice Cream Melt Faster on a Hot Day?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Heat Energy Transfers from the Environment to Frozen Treats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5-PS1-1, 5-PS1-3  |  G05L2-L08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air temperature and insulation affect the rate of heat transfer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heat energy moves from warmer surroundings to colder objects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changing container insulation affects melting speed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Connect particle motion to temperature and state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Heat Transfer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movement of thermal energy from a warmer object to a cooler object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Insulation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material that slows down heat transfer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Melting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change from solid to liquid caused by absorbing heat energy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Thermal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total energy of moving particles in a substance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does ice cream melt faster on a hot day than on a cool 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Air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temperature of the surrounding environment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Container Insulation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well the container blocks heat from reaching the ice cream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Heat Transfer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thermal energy moves from the air to the ice cream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Melting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ice cream changes from solid to liquid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Ice Cream State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current condition of the ice cream — fully frozen, slushy, or melted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Air Temperature to Heat Transfer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air temperature creates a larger temperature difference, driving faster heat transfer.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Container Insulation to Heat Transfer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Better insulation blocks heat from reaching the ice cream, slowing the transfer rate.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Heat Transfer Rate to Melting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heat transfer delivers more thermal energy to the ice cream, speeding up melting.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Melting Speed to Ice Cream State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melting causes the ice cream to transition from frozen to slushy to liquid more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Hot Summer Day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air temperature, low insulation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Insulated Container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air temperature, high insulation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Cool Day, No Insulation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air temperature, no insulation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Heat always flows from warmer surroundings to cooler objects — never the other way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Higher air temperature means a greater difference in thermal energy, so heat transfers faster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Insulation slows heat transfer by blocking thermal energy from reaching the ice cream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Melting speed depends on BOTH air temperature and insulation working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the Ultimate Ice Cream 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insulated container that keeps ice cream frozen the longest on a hot day.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Materials Scientists and Thermal Engineers design insulation for everything from food containers to spacecraft. They use the same heat transfer principles you modeled today. They earn $75,000-$130,000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Air Temperature and Ice Cream State?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Air Temperature?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G05L2-L08  |  Grade 5 Level 2  |  NGSS: 5-PS1-1, 5-PS1-3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