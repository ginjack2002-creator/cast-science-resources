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Water Crisis: Who Gets the Water?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When Rain Runs Out and People Keep Moving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5-ESS2-2, 5-ESS3-1  |  G05L2-L03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rainfall and population size affect groundwater and water availability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relationship between water usage rate and groundwater depletion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what happens during a drought when population continues to grow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solutions for managing limited water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Groundwater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Water stored underground in soil and rock layers called aquifers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Aquifer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underground layer of rock or sediment that holds water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Water Usage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fast a community uses its available water supply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Water Availability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Whether there is enough clean water for everyone in a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What happens when a growing community runs out of water?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Rainfall Amount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precipitation falls in the region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Population Size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people living in the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Groundwater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water stored underground in aquifers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Usage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community consumes available water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Availability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there is enough water to meet everyone's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Rainfall Amount to Groundwater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rainfall seeps into the ground and refills underground aquifers.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Population Size to Water Usage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people means more water is used for drinking, bathing, and farming.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Water Usage Rate to Groundwater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Pumping water out of the ground faster depletes aquifer levels.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Groundwater Level to Water Availability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groundwater levels mean more water is available for the community.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Population Size to Water Availability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people competing for the same water supply reduces availability per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Normal Conditions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rainfall and population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Drought + Growth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Rainfall at 20%, Population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Recovery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Restore rainfall to 60% while keeping population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Groundwater refills slowly from rainfall but depletes quickly with high usage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 growing population increases water demand even when rainfall stays the same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Droughts are most dangerous in areas with large, growing populations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Water availability depends on the BALANCE between rainfall input and usage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Water Conservation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plan that keeps a growing town from running out of water during a drought.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Hydrologists and Water Resource Engineers study how water moves through the environment and design systems to ensure communities have enough clean water. They earn $70,000-$110,000/year.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Rainfall Amount and Water Availability?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Rainfall Amount?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G05L2-L03  |  Grade 5 Level 2  |  NGSS: 5-ESS2-2, 5-ESS3-1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