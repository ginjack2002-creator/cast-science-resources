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Can a River Change Direction?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Flowing Water Reshapes the Land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5-ESS2-1, 5-ESS2-2  |  G05L2-L09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water flow speed and soil softness affect erosion and sediment transport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erosion on one bank and deposition on another changes a river's path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changes in water flow speed affect channel shape over time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Connect river processes to real-world landform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Erosion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wearing away of rock and soil by water, wind, or ice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Sediment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Small pieces of rock and soil carried by flowing water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Deposition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flowing water slows down and drops the sediment it was carrying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Channel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path or bed through which a river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Can a river actually change the direction it flows? What forces make that happen?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Flow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water moves through the river channel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Soil Softness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easily the riverbank material can be worn away by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Erosion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 river wears away soil and rock from its banks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Sediment Transport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loose material the river carries as it flows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Channel Shape Change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the river's path shifts over time due to erosion and deposition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Flow Speed to Erosion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water has more energy to dislodge and carry away soil and rock particles.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Soil Softness to Erosion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Softer soil is easier for water to break apart and carry away.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Erosion Rate to Sediment Transport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erosion produces more loose material for the river to carry.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Flow Speed to Sediment Transport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water can carry more and larger sediment particles.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Sediment Transport to Channel Shape Change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sediment being moved and deposited causes greater changes in the river's path and shape.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Fast River, Soft Soil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Maximum flow speed, very soft soil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Slow River, Soft Soil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flow speed, very soft soil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Fast River, Hard Rock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Maximum flow speed, very hard 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Rivers CAN change direction over time through erosion on the outside of bends and deposition on the inside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Faster water erodes more material and carries more sediment, reshaping the channel quickly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Soft soil erodes much faster than hard rock, so rivers change course more easily in soft ground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Channel shape change is a SLOW process — it happens over years, decades, and centuries, not overnight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Riverbank Protection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plan to protect a community's riverbank from erosion without harming the river ecosystem.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Fluvial Geomorphologists and River Engineers study how rivers shape the land and design solutions to protect communities from erosion and flooding. They earn $65,000-$120,000/year.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Water Flow Speed and Channel Shape Change?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Water Flow Speed?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G05L2-L09  |  Grade 5 Level 2  |  NGSS: 5-ESS2-1, 5-ESS2-2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