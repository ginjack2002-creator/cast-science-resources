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Solar vs. Fossil: The Energy Showdown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Which Power Source Wins — and What's the Tradeoff?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5-PS3-1, 5-ESS3-1  |  G05L2-L02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Compare how solar panels and fossil fuels produce electricity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sunlight hours and fossil fuel burn rate affect energy output and emissions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relationship between CO2 emissions and air quality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the tradeoffs between solar and fossil fuel energy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Solar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Electricity generated from sunlight using solar panels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Fossil Fuel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Coal, oil, or natural gas formed from ancient organisms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CO2 Emissions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Carbon dioxide gas released into the air by burning fuels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Air Quality Index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measurement of how clean or polluted the air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Can solar energy replace fossil fuels, or do we need both?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Sunlight Hours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hours of direct sunlight per day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Fossil Fuel Burn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much coal, oil, or gas is burned for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Solar Energy Output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Electricity generated from solar panels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CO2 Emissions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Greenhouse gases released into the atmosphere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Air Quality Index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clean and breathable the air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Sunlight Hours to Solar Energy Output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hours of sunlight means more electricity generated from solar panels.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Fossil Fuel Burn Rate to CO2 Emissions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Burning more fossil fuel releases more CO2 into the atmosphere.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CO2 Emissions to Air Quality Index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CO2 and pollutants in the air means worse air quality.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Solar Energy Output to CO2 Emissions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solar provides more energy, less fossil fuel is needed, reducing emissions.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Mixed Energy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Both sources at 50%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All Solar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Fossil Fuel at 0%, Sunlight at 80%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Cloudy Day Crisis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Sunlight at 10%, Fossil Fuel at 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Solar energy produces NO CO2 emissions — it is completely clean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Fossil fuels produce reliable energy but release CO2 that harms air quality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Solar energy depends on sunlight — cloudy days and nighttime are a problem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Replacing fossil fuels with solar improves air quality but requires backup for low-sun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Clean Energy Plan for Your Town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energy plan that keeps the lights on while minimizing air pollution.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Renewable Energy Engineers design and install solar, wind, and other clean energy systems. They help communities transition away from fossil fuels. They earn $75,000-$130,000/year.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Sunlight Hours and Air Quality Index?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Sunlight Hours?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G05L2-L02  |  Grade 5 Level 2  |  NGSS: 5-PS3-1, 5-ESS3-1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