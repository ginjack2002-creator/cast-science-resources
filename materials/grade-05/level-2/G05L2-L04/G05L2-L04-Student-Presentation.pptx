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Phase Changes: When Matter Transforms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Same Stuff, Different State — and Nothing Is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5-PS1-2, 5-PS1-4  |  G05L2-L04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temperature and pressure affect the state of matter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that total mass is conserved during phase changes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why matter changes states when energy is added or removed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what happens to solid, liquid, and gas amounts when conditions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Phase Change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physical change where matter switches between solid, liquid, and gas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Conservation of Matter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principle that matter is neither created nor destroyed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Melting Point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temperature at which a solid becomes a liquid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Evaporation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of a liquid turning into a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When ice melts and water boils, does any matter disappear?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heat energy applied to the substance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Pressure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atmospheric pressure pushing on the substance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Solid Amount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mass of the substance in solid form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Liquid Amount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mass of the substance in liquid form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Gas Amount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mass of the substance in gas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Temperature to Solid Amount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Increasing temperature causes solids to melt, reducing the amount of solid.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Temperature to Gas Amount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Increasing temperature causes liquids to evaporate, increasing the amount of gas.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Pressure to Gas Amount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Increasing pressure compresses gas molecules back toward liquid form.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Temperature to Liquid Amount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Moderate heat melts ice into liquid (+), but high heat evaporates liquid into gas (-). Liquid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Heating from Frozen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Temperature starts at 0%, increase gradually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Boiling Point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Temperature set to 90%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Pressure Squeeze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Pressure increased to 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temperature rises, solids melt into liquids and liquids evaporate into gases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TOTAL amount of matter stays the same — it just changes form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High pressure can push gas molecules back into liquid form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Solid + Liquid + Gas always equals the same total — matter is CONSERVED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Phase Change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experiment that proves matter is conserved during a phase change.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Materials Scientists study how substances behave under different temperatures and pressures. They design new materials for everything from phone screens to spacecraft heat shields. They earn $80,000-$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Temperature and Gas Amount?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Temperature?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G05L2-L04  |  Grade 5 Level 2  |  NGSS: 5-PS1-2, 5-PS1-4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