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The Food Web Puzzle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Remove One Piece and Watch Everything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5 Level 2  |  NGSS: 5-LS2-1  |  G05L2-L05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relationships between producers, consumers, and decomposers in a food web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energy and matter flow through trophic levels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the cascading effects of removing a species from the food web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Demonstrate how decomposers complete the nutrient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Producer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 organism that makes its own food from sunlight, like plants and algae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Primary Consumer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 herbivore that eats producers directly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Secondary Consumer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predator that eats primary consumers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Trophic Cascade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chain reaction through a food web when one species is removed or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What happens to an entire ecosystem when one species disappears?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Producer Population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plants and algae in 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Primary Consumer Population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herbivores eating the producers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Secondary Consumer Population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predators eating the herbivores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Decomposer Activity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rate at which dead organisms are broken down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Available Nutrients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Minerals and nutrients in the soil for producers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Producer Population to Primary Consumer Population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plants provide more food for herbivores, supporting larger populations.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Primary Consumer Population to Secondary Consumer Population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herbivores provide more food for predators.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Secondary Consumer Population to Primary Consumer Population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predators eat more herbivores, reducing their population.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Decomposer Activity to Available Nutrients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decomposition releases more nutrients into the soil.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Available Nutrients to Producer Population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soil nutrients help producers grow, supporting larger plant populations.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Balanced Ecosystem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Normal producer population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Remove Predators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Secondary Consumers set to 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Remove Producers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Producers locked at 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Every species in a food web is connected — removing one causes a cascade of changes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Without predators, herbivores overpopulate and can destroy producers through overgrazing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Without producers, the entire food web collapses because there is no energy entering the system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Decomposers close the loop by recycling dead matter back into nutrients for producers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Restore the Broken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plan to restore a damaged ecosystem where a key species has been lost.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Wildlife Ecologists and Conservation Biologists study food webs and ecosystem health to protect endangered species and restore damaged habitats. They earn $65,000-$100,000/year.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Producer Population and Available Nutrients?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Producer Population?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G05L2-L05  |  Grade 5 Level 2  |  NGSS: 5-LS2-1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