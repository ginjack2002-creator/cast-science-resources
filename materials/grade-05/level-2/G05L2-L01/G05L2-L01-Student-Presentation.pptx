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The Carbon Cycle: Where Does Your Breath Go?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Carbon Travels Between Air, Plants, Soil, and Back Again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5-LS1-1, 5-LS2-1  |  G05L2-L01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Trace carbon as it moves between the atmosphere, plants, soil, and back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CO2 levels and sunlight affect photosynthesis rate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the role of decomposition in releasing stored carbon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what happens to atmospheric CO2 when photosynthesis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Carbon Dioxide (CO2)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gas in the atmosphere that plants absorb and animals exhale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Photosynthesis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plants use to convert CO2 and sunlight into food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Decomposition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breakdown of dead organisms by bacteria and fungi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Carbon Cycle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continuous movement of carbon through living and nonliving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Where does the carbon in your breath go, and how does it come back?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CO2 in Atmosphere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carbon dioxide gas in the air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Sunlight Intensity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solar energy reaching plants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Photosynthesis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plants absorb CO2 and convert it to sugar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Decomposition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dead organisms are broken down, releasing carbon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Soil Carbon Storage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carbon locked in the ground from dead plants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CO2 in Atmosphere to Photosynthesis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CO2 gives plants more raw material for photosynthesis.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Sunlight Intensity to Photosynthesis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sunlight provides more energy for plants to photosynthesize.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Photosynthesis Rate to CO2 in Atmosphere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photosynthesis removes more CO2 from the air.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Decomposition Rate to CO2 in Atmosphere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decomposition releases more stored carbon back as CO2.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Photosynthesis Rate to Soil Carbon Storage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photosynthesis creates more plant matter that eventually stores carbon in soil.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Normal Carbon Cycle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CO2 and sunlight levels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Sunlight Shutdown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Lock Sunlight Intensity to 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High CO2 World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Set CO2 to 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Carbon moves in a CYCLE, not a one-way path — it loops between air, plants, soil, and back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Photosynthesis removes CO2 from the atmosphere, acting like a natural filter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Decomposition releases stored carbon back into the atmosphere as CO2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When sunlight disappears, photosynthesis stops and CO2 builds up in the 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Carbon-Capturing Schoolyard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schoolyard landscape that maximizes carbon capture from the atmosphere.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Climate Scientists and Carbon Analysts study how carbon moves through Earth's systems and develop strategies to reduce CO2 in the atmosphere. They earn $70,000-$120,000/year.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CO2 in Atmosphere and Soil Carbon Storage?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CO2 in Atmosphere?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G05L2-L01  |  Grade 5 Level 2  |  NGSS: 5-LS1-1, 5-LS2-1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