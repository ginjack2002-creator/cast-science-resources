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Starlight and Distance: Mapping the Universe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Why the Brightest Star You See Might Not Be the Closest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5-ESS1-1  |  G05L2-L07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a star's actual brightness and distance affect its apparent brightness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why a dim-looking star might actually be brighter than a bright-looking star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the relationship between distance and light travel time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distance affects our ability to observe detail in distant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Apparent Brightness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bright a star LOOKS from Earth, which depends on distance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Actual Brightness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much light a star truly produces, also called luminosity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Light-Year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distance light travels in one year — about 6 trillion miles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Observable Detail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much information we can see about a distant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do we know how far away stars are if we can't travel to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Star Actual Brightness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light the star truly produces (luminosity)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Distance from Earth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far away the star is, measured in light-years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Apparent Brightness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bright the star appears to someone looking from Earth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Light Travel Time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long the star's light takes to reach Earth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Observable Detail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detail we can see about the star from Earth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Star Actual Brightness to Apparent Brightness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star that produces more light will appear brighter from Earth.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Distance from Earth to Apparent Brightness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The farther a star is, the dimmer it appears because light spreads out over distance.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Distance from Earth to Light Travel Time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The farther a star is, the longer its light takes to reach Earth.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Star Actual Brightness to Observable Detail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Brighter stars provide more light, allowing us to observe more detail.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Distance from Earth to Observable Detail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distance reduces the amount of detail we can resolve, even with telescopes.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Nearby Star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brightness, very close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Distant Giant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Maximum brightness, very far away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Side-by-Side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Dim close star vs bright distant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 star's apparent brightness depends on BOTH its actual brightness AND its distance from Earth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 dim-looking star might actually be the brightest star in the galaxy — just very far away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farther a star is, the longer its light takes to reach us — we see it as it was in the past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Distance reduces both apparent brightness and observable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Star Distance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method to determine how far away an unknown star is using only its apparent and actual brightness.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Astrophysicists and Stellar Astronomers study stars to understand the universe. They use the exact relationship you modeled today — comparing actual and apparent brightness — to map the cosmos. They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Star Actual Brightness and Observable Detail?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Star Actual Brightness?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G05L2-L07  |  Grade 5 Level 2  |  NGSS: 5-ESS1-1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