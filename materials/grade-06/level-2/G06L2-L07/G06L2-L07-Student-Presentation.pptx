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Engineering a Solution: The Design Process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Modeling How Iteration Turns Failure into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6 Level 2  |  NGSS: MS-ETS1-1, MS-ETS1-2  |  G06L2-L07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problem complexity, research depth, design quality, prototype performance, and iteration count interact in the engineering design process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the positive feedback loop between testing prototypes and improving design quality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increasing research depth improves first-attempt design quality for complex problems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Demonstrate that iteration (test-improve cycles) is the single most powerful variable for improving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Criteria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specific requirements that a successful engineering solution must meet, defining what 'success' looks like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Constraints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limitations on an engineering solution, such as budget, materials, time, safety, and environmental impact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Prototype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preliminary model or version of a design used for testing and evaluation before final production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Iteration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process of testing a design, identifying problems, making improvements, and testing again in repeated cycles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Why do the best engineering solutions almost never work on the first try, and how does failure actually make designs better?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Problem Complexity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difficult the engineering challenge is, determined by the number of criteria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Research Depth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background investigation is done before designing, including studying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Design Quality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well the proposed solution addresses the problem criteria and constraints 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Prototype Performance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well the first physical build actually works when tested against the criteri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Iteration Count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number of test-improve cycles completed, where each cycle identifies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Problem Complexity to Design Quality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complex problems have more interacting constraints, making it harder to produce a good first de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Research Depth to Design Quality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research means better understanding of the problem, existing solutions, and relevant science. T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Design Quality to Prototype Performance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better design on paper translates to a better-performing prototype. Good planning reduces (but nev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Iteration Count to Prototype Performance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Each test-improve cycle catches problems and implements solutions. More iterations mean more opportu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Prototype Performance to Design Quality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Testing reveals problems that were invisible on paper. This information directly improves the next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No Research Rush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complexity, no research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Research First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complexity, deep research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Iterate to Excellence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research, observe iterations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Harder problems produce worse first designs, but research can partially offset complexity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Research depth has a strong positive effect on initial design quality because understanding the problem is half the solution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Iteration is the most powerful improvement tool. Each test-improve cycle catches problems the previous one missed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feedback loop between prototype testing and design quality is POSITIVE: testing informs better designs, which produce better prototypes, which reveal subtler problems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Even expert engineers rarely succeed on the first try. Iteration is not failure; it IS the engineering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The Iterative Design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Design, test, and iterate on a solution to a real engineering problem, documenting how each iteration improves performance.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Engineering Design Specialists and Product Developers use iterative prototyping and testing to create everything from medical devices to consumer electronics to spacecraft. They earn $65,000-$130,000/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Problem Complexity and Iteration Count?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Problem Complexity?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G06L2-L07  |  Grade 6 Level 2  |  NGSS: MS-ETS1-1, MS-ETS1-2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