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Atoms Rearrange: Modeling Chemical Reactions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Conservation of Mass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6 Level 2  |  NGSS: MS-PS1-2, MS-PS1-5  |  G06L2-L05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reactant concentration and temperature affect the rate of a chemical reaction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Demonstrate conservation of mass by tracking total mass as reactants convert to products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why reactants decrease and products increase as mirror images of each other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changing temperature or concentration affects the speed of product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Reactant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starting substance that enters a chemical reaction and is transformed into products through atomic rearrangement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Product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new substance formed by a chemical reaction when atoms from reactants rearrange into different molecular configurations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Conservation of Mass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law that states the total mass of reactants must equal the total mass of products because atoms are neither created nor destroyed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Reaction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speed at which reactants are converted into products, affected by temperature, concentration, and surface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atoms are never created or destroyed in a chemical reaction, why do some reactions seem to make things disappear?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Reactant Concentration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starting materials available for the reaction, which decreases as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thermal energy applied to the reaction system, which affects how fast molecu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Reaction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reactants are being converted into products, proportional to both conce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Product Formation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new substance being created as atoms rearrange from reactant molec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Total Mass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combined mass of all reactants and products in the system, which remains 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Reactant Concentration to Reaction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reactant molecules means more collisions per second, driving a faster reaction rate. As reactan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Temperature to Reaction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temperature makes molecules move faster, collide more often, and collide with more energy. Th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Reaction Rate to Product Formation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faster reaction rate means products are being created more quickly. The product line rises faster 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Reaction Rate to Reactant Concentration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As the reaction proceeds, it consumes reactants. Higher reaction rate means reactants are consumed f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Total Mass: CONSTANT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Total Mass never changes because atoms are neither created nor destroyed. As reactant mass decreases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Fast Reaction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concentration, high temperature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Slow Reaction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concentration, low temperature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Running Out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start, observe decline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Reactant and product lines are INVERSE: as one goes down, the other goes up by exactly the same amount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Total Mass stays perfectly flat throughout the reaction, proving conservation of mass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Higher temperature increases reaction rate because molecules collide more frequently and with more energy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As reactants are consumed, the reaction rate SLOWS because there are fewer molecules available to collide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Atoms are not created or destroyed. They just rearrange from one molecular configuration to another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Conservation of Mass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and execute a sealed-system experiment that proves conservation of mass during a chemical reaction.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Chemical Engineers design and optimize chemical reactions for manufacturing everything from medicines to fuels to plastics. They apply conservation of mass to scale reactions from lab to industrial 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Reactant Concentration and Total Mass?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Reactant Concentration?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G06L2-L05  |  Grade 6 Level 2  |  NGSS: MS-PS1-2, MS-PS1-5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