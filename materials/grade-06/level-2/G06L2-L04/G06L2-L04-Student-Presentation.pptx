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Inside the Cell: The Factory That Runs Your Body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Mitochondria Power Every Move You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MS-LS1-1, MS-LS1-2  |  G06L2-L04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nutrients and oxygen fuel mitochondria to produce ATP energy for the cell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relationship between mitochondria activity, cell growth rate, and waste production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waste buildup from cellular respiration limits cell growth and function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what happens to a cell when nutrient or oxygen supply is cut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Mitochondria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organelles known as the cell's power plants that convert glucose and oxygen into ATP energy through cellular respiration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ATP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Adenosine triphosphate, the energy currency of the cell that powers all cellular activities from growth to movement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Cellular Respiration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chemical process in mitochondria that combines glucose and oxygen to produce ATP energy, carbon dioxide, and water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Metabolic Waste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Byproducts of cellular processes, including carbon dioxide and other compounds that must be removed to prevent toxic buildup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you need to eat food AND breathe oxygen just to stay alive, and what happens inside your cells that makes both essential?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Nutrient Input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glucose and other food molecules available to the cell for energy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Oxygen Availability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concentration of oxygen reaching the cell, essential for efficient ATP produ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Mitochondria Activity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mitochondria convert glucose and oxygen into ATP energy throug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Cell Growth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cell can divide, build proteins, and maintain its structures, power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Waste Production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carbon dioxide and metabolic waste produced as byproducts of cellu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Nutrient Input to Mitochondria 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glucose available means more fuel for cellular respiration. Mitochondria can produce more ATP w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Oxygen Availability to Mitochondria 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oxygen allows the electron transport chain to run efficiently, producing 36-38 ATP per glucose.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Mitochondria Activity to Cell Growth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ATP production means more energy available for cell division, protein synthesis, and structure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Mitochondria Activity to Waste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cellular respiration produces more CO2 and metabolic waste as byproducts. Higher activity means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Waste Production to Cell Growth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Excess waste (especially CO2) lowers cell pH and damages enzymes. If waste removal cannot keep up wi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Healthy Cell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Moderate-high nutrients and oxygen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Oxygen Deprivation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Oxygen to 10%, nutrients normal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Nutrient Starvation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Nutrients to 10%, oxygen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Mitochondria need BOTH glucose AND oxygen to produce ATP. Removing either one shuts down energy production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Cell growth rate is directly proportional to ATP production. No energy means no growth, no repair, no division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Waste production (CO2) increases with mitochondria activity. More energy production means more waste that must be removed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Waste buildup is toxic. If the cell cannot remove waste fast enough, it poisons the cell and slows growth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This is why you breathe faster during exercise: your muscle cells need more oxygen for ATP and must expel more CO2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Cell Survival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emergency life-support system that keeps cells alive by maintaining optimal nutrient and oxygen delivery while removing waste products.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Cell Biologists and Biomedical Engineers study how cells function at the molecular level and design medical devices, artificial organs, and drug delivery systems. They earn $60,000-$130,000/year.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Nutrient Input and Waste Production?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Nutrient Input?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G06L2-L04  |  Grade 6 Level 2  |  NGSS: MS-LS1-1, MS-LS1-2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