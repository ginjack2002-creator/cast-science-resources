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 Some Countries Run Out of Water?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Modeling Water Stress from Rainfall, Population, and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MS-ESS3-1, MS-ESS3-4  |  G06L2-L10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rainfall patterns and population density interact to create water stress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relationship between aquifer recharge rates and water demand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which conditions lead to sustainable water use versus water crisis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Analyze how the Water Stress Index reflects the balance between supply and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Aquifer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 underground layer of rock or sediment that holds groundwater, recharged by rainfall seeping through soil over months to thousands of years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Water Stress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condition where water demand in a region approaches or exceeds the available supply, measured as the ratio of withdrawal to availability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Recharge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speed at which an aquifer is replenished by rainfall infiltration, which is often much slower than the rate of human extraction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Per-Capita Consumption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average amount of water used by each person in a population, which varies greatly between countries and lifestyles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Earth has the same amount of water it has always had, why are some countries running 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Rainfall Pattern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amount, timing, and distribution of precipitation that provides the primary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Population Density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people per unit area, which drives total water demand through dome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Aquifer Recharge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groundwater supplies are naturally replenished by rainfall inf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Demand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amount of water withdrawn for human use including drinking, agricultur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Stress Index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A measure of the gap between available water supply and human water demand, indi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Rainfall Pattern to Aquifer Recharge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rainfall provides more water that can infiltrate through soil and rock to replenish groundwater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Population Density to Water Demand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people in an area means more total water consumption for drinking, cooking, sanitation, agricul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Aquifer Recharge to Water Stress Index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aquifer recharge means more water is being replenished, which reduces the gap between supply 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Water Demand to Water Stress Index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water demand increases the gap between what humans need and what the environment can supply,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Rainfall Pattern to Water Stress Index (indirect)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This indirect path shows how rainfall ultimately reduces water stress by feeding aquifer recharge,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Sustainable Balance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rainfall, low population density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Growing Demand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Constant rainfall, population increasing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Drought Crisis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Very low rainfall, moderate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Water stress is not about total water on Earth but about the balance between local supply and local demand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Aquifer recharge can take years to centuries, while human extraction can drain aquifers in decades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Population growth increases water demand even when per-capita consumption stays constant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Rainfall patterns are uneven across the globe, creating natural water-rich and water-poor regions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Water Stress Index can tip from sustainable to crisis when either supply drops or demand rises past a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Water Management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sustainable water management plan for a fictional growing city that prevents water stress from exceeding critical levels over the next 50 years.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Hydrologists and Water Resource Engineers study water systems and design sustainable management plans to ensure communities have clean water. They earn $60,000-$115,000/year.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Rainfall Pattern and Water Stress Index?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Rainfall Pattern?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G06L2-L10  |  Grade 6 Level 2  |  NGSS: MS-ESS3-1, MS-ESS3-4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