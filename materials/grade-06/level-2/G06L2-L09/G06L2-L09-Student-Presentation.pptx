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Can't Two Plants Share the Same Sunlight?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Modeling Competition for Limited Resources in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MS-LS2-1, MS-LS2-2  |  G06L2-L09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two plants compete for limited sunlight and soil nutrients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resource availability determines which organisms thrive and which decline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the outcome of competition when one plant species has an advantage in resource capture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Analyze how resource depletion creates feedback loops that intensify competition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Interspecific Competition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Competition between two different species for the same limited resource such as light, water, or nutrients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Resource Partitioning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competing species evolve to use slightly different resources or the same resource at different times to reduce competition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Competitive Exclusion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principle that two species competing for the exact same resource cannot coexist indefinitely; one will outcompete the other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Limiting Factor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resource that is in shortest supply relative to demand, which restricts the growth of a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there is plenty of sunlight hitting a forest, why can't all plants grow equally tall and healthy?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Sunlight Available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amount of light energy reaching the ecosystem, which both plants need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Soil Nutrients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minerals and nitrogen in the soil that both plants require for growth but 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Plant A Growth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Plant A increases in biomass by capturing sunlight and absorbi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Plant B Growth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Plant B increases in biomass by capturing sunlight and absorbi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Resource Depletion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available sunlight and soil nutrients are consumed as both pla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Sunlight Available to Plant A Growth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available sunlight provides more energy for photosynthesis, allowing Plant A to produce more bi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Sunlight Available to Plant B Growth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available sunlight provides more energy for Plant B's photosynthesis, but this is reduced if Pl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Soil Nutrients to Plant A Growth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soil nutrients provide the minerals needed for cell growth and reproduction, supporting Plant 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Soil Nutrients to Plant B Growth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soil nutrients support Plant B's growth, but competition with Plant A for the same nutrient poo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Plant A Growth to Resource Depletion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Plant A grows, it consumes more sunlight (through shading) and more soil nutrients (through root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Equal Start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Both plants at equal size, moderate resources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One Plant Advantage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Plant A starts taller, same soil nutrients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Nutrient Crash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Soil Nutrients to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Even small initial advantages in resource capture can compound over time, leading to one species dominating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Competition for light is often asymmetric because taller plants shade shorter ones but not vice versa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Resource depletion creates a feedback loop where growth reduces available resources, which limits further growth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Two species can coexist if they partition resources (different root depths, different light needs, different growing seasons)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competitive exclusion principle means identical niches cannot support two species long-term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Coexistence Garden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small garden where two competing plant species can coexist by using resource partitioning strategies.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Ecologists and Conservation Biologists study species interactions including competition to protect biodiversity and manage ecosystems. They earn $55,000-$110,000/year.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Sunlight Available and Resource Depletion?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Sunlight Available?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G06L2-L09  |  Grade 6 Level 2  |  NGSS: MS-LS2-1, MS-LS2-2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