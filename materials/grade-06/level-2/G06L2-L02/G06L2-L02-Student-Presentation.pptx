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Does Your Coffee Get Cold?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Hidden Math of Thermal Energy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MS-PS3-3, MS-PS3-4  |  G06L2-L02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the temperature difference between an object and its surroundings drives thermal energy transfer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transfer rate changes as the temperature gap shrinks over time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thermal equilibrium is reached through exponential decay of temperature difference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changing room temperature affects the cooling curve of a hot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Thermal Equilibrium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state reached when two objects are at the same temperature and net heat transfer stops between them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Temperature Difference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gap between an object's temperature and the surrounding environment, which drives the rate of heat flow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Transfer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speed at which thermal energy moves from a hot object to its cooler surroundings, measured in joules per second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Exponential Decay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pattern where something decreases quickly at first, then slows down as it approaches a limit, like a cooling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does hot coffee cool down fast at first but then seem to slow down, and why does it never get colder than the room?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Hot Object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starting temperature of the hot object, which decreases over time as heat tr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Room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ambient temperature of the surrounding environment, which the object cannot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Temperature Difference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gap between the hot object and the room, which drives the rate of heat trans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Transfer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speed of heat flow from the object to the surroundings, directly proportiona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Object Temperature Over Time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changing temperature of the object as it cools toward room temperature follo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Hot Object Temperature to Temperature Difference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hotter starting object creates a larger temperature gap with the room, which drives faster initial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Room Temperature to Temperature Difference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warmer room means a smaller gap between the object and its surroundings, reducing the driving forc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Temperature Difference to Transfer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The larger the temperature gap, the faster heat flows. This is Newton's Law of Cooling: transfer rat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Transfer Rate to Object Temperature Over Time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faster transfer rate causes the object to cool more quickly. As the object cools, temperature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Hot Coffee in Cold Room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90 degrees C object, 20 degrees C room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Hot Coffee in Warm Room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90 degrees C object, 35 degrees C room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Lukewarm Water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40 degrees C object, 20 degrees C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Heat transfer rate is proportional to the temperature difference. Bigger gap means faster transfer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cooling curve is NOT a straight line. It is an exponential decay curve that flattens as the object approaches room temperature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hot object in a warmer room cools more slowly because the temperature difference driving the transfer is smaller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object can never cool below room temperature because at equilibrium, the temperature difference is zero and transfer stops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This same pattern appears everywhere: cooling drinks, warming cold objects, climate systems, and even electric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Temperature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passive cooling or warming system that maintains a beverage within a target temperature range for the longest time possible.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Thermal Engineers design heating, cooling, and insulation systems for buildings, vehicles, spacecraft, and medical devices. They apply Newton's Law of Cooling daily. They earn $65,000-$125,000/year.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Hot Object Temperature and Object Temperature Over Time?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Hot Object Temperature?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G06L2-L02  |  Grade 6 Level 2  |  NGSS: MS-PS3-3, MS-PS3-4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