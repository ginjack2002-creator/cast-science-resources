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Does It Feel Colder When It's Windy?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Modeling Wind Chill and Convective Heat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MS-PS1-4, MS-PS3-4  |  G06L2-L08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wind increases the rate of convective heat loss from the skin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wind speed, air temperature, and perceived cold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Distinguish between actual air temperature and the wind chill effect on the human body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changes in wind speed affect skin temperature at different air temperatures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Convection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transfer of thermal energy through the movement of a fluid (liquid or gas), carrying heat away from or toward a surface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Wind Chill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measure of how cold it feels to the human body when wind speed is factored in with actual air temperature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Thermal Boundary Layer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thin layer of warm air that forms against the skin and acts as insulation, which wind disrupts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Convective Heat Loss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by which moving air carries thermal energy away from a warm surface, cooling it faster than still 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the air temperature is the same on a calm day and a windy day, why does the windy day feel so much colder?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Wind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velocity of moving air in the environment, which strips away the insulating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Air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actual measured temperature of the surrounding air, independent of wind 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Convective Heat Loss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thermal energy is carried away from the skin by moving air cur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Skin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surface temperature of the skin, which drops as heat is lost to the environm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Perceived Cold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cold the body feels based on the combined effect of air temperature and 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Wind Speed to Convective Heat Loss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wind speed strips the thermal boundary layer faster, replacing warm air with cold air more ra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Air Temperature to Convective Heat Loss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Lower air temperature increases the temperature difference between skin and air, driving faster heat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Convective Heat Loss to Skin Temperature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convective heat loss removes thermal energy from the skin faster than the body can replace i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Skin Temperature to Perceived Cold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Lower skin temperature triggers more cold receptors in the skin, increasing the sensation of cold th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Wind Speed to Skin Temperature (indirect)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This indirect path shows how wind speed ultimately drives down skin temperature through the convecti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Calm Cold Day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Wind Speed at 0, Air Temperature at 30°F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Windy Cold Day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Wind Speed at 30 mph, Air Temperature at 30°F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Wind Chill Danger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Air Temperature at 40°F, increase Wind Speed from 0 to 60 mph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Wind does not change the actual air temperature but dramatically increases the rate of heat loss from the skin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thermal boundary layer acts as a thin blanket of warm air against the skin that wind strips away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Wind chill is not a real temperature but a measure of how fast the body loses heat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At higher wind speeds, the additional cooling effect diminishes because the boundary layer is already fully disrupted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Wet skin loses heat even faster in wind because evaporation adds another cooling mechanism on top of convection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Wind Chill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wearable face shield that minimizes convective heat loss while still allowing the wearer to breathe and see clearly.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Meteorologists and Atmospheric Scientists study weather patterns including wind chill to issue safety warnings that protect millions of people. They earn $55,000-$105,000/year.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Wind Speed and Perceived Cold?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Wind Speed?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G06L2-L08  |  Grade 6 Level 2  |  NGSS: MS-PS1-4, MS-PS3-4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