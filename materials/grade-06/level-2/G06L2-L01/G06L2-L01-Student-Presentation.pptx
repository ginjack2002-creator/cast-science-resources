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Who Eats Who? Energy Flow Through Food Webs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Tracing Energy from Sunlight to Top Predators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6 Level 2  |  NGSS: MS-LS2-3, MS-LS2-4  |  G06L2-L01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Trace the flow of energy from the Sun through producers, primary consumers, and secondary consumers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energy is lost at each trophic level through metabolism and heat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the 10% energy transfer rule and its consequences for food web structure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removing or adding organisms at one trophic level cascades through the entire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Trophic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position in a food chain or food web that describes how many energy transfers separate an organism from the Sun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Biomass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total mass of living organisms in a given area or trophic level, representing stored chemical energy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Energy Pyramid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diagram showing the decrease in available energy at each trophic level, typically losing 90% at each step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Decomposer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An organism that breaks down dead organic matter and returns nutrients to the soil for producers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the Sun provides enough energy to power all life on Earth, why are there so few top predators?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Solar Energy Input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sunlight reaching the ecosystem, which producers capture through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Producer Biomass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mass of plants and algae in the ecosystem that convert solar energy to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Primary Consumer Biomass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mass of herbivores that eat producers and transfer energy to the next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Secondary Consumer Biomass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mass of predators that eat herbivores, representing the third trophic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Available Energy at Each Level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energy remaining after metabolic losses at each trophic level, following the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Decomposer Return Rate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speed at which decomposers break down dead organisms and recycle nutrients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Solar Energy Input to Producer Biomass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sunlight allows producers to photosynthesize more, building more biomass. Without sunlight, pro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Producer Biomass to Primary Consumer Biomass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plant biomass supports more herbivores. But only about 10% of the energy in producers transfers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Primary Consumer Biomass to Secondary Consumer Biomass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herbivore biomass supports more predators. Again, only 10% of herbivore energy reaches predator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Each Trophic Level to Available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At each level, organisms use 90% of consumed energy for metabolism (breathing, moving, body heat). O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Decomposer Return Rate to Producer Biomass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Faster decomposition releases nutrients back into the soil sooner, allowing producers to grow more.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Balanced Ecosystem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solar energy, all trophic levels present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Solar Shutdown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Lock Solar Energy to 10%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Predator Removal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Remove secondary consumers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Only about 10% of energy transfers from one trophic level to the next. 90% is lost as heat from metabolism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Removing top predators causes primary consumers to explode in population, which overgrazes producers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Decomposers are essential because they recycle nutrients that producers need to capture new solar energy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The energy pyramid explains why there are more plants than herbivores and more herbivores than predators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Ecosystems depend on a constant input of solar energy because energy flows through but does not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Balanced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self-sustaining ecosystem for a sealed terrarium that maintains energy flow and nutrient cycling for at least 6 months.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Ecologists and Conservation Biologists study how energy and nutrients flow through ecosystems to protect biodiversity and design wildlife management plans. They earn $55,000-$110,000/year.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Solar Energy Input and Decomposer Return Rate?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Solar Energy Input?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G06L2-L01  |  Grade 6 Level 2  |  NGSS: MS-LS2-3, MS-LS2-4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