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The Invisible Plant Factory: Photosynthesis Deeper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Plants Build Themselves from Thin Air and Sunlight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6 Level 2  |  NGSS: MS-LS1-6, MS-LS1-7  |  G06L2-L06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light intensity, CO2 concentration, and water availability all contribute to photosynthesis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glucose production from photosynthesis drives both oxygen release and plant biomass growth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Demonstrate that the mass of a plant comes primarily from carbon dioxide in the air, not from soil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removing any one input (light, CO2, or water) stops the entire photosynthesis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Photosynthesis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chemical process in which plants use light energy to convert carbon dioxide and water into glucose and oxygen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Glucose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simple sugar (C6H12O6) produced by photosynthesis that serves as the primary energy storage and building block molecule for plants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Chloroplast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organelle in plant cells that contains chlorophyll and performs photosynthesis, capturing light energy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Carbon Fixation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process of converting inorganic carbon dioxide gas into organic carbon molecules like glucose, adding mass to the 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A giant redwood tree weighs over 2 million pounds, but it started as a tiny seed. Where did all that mass actually come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Light Intensity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sunlight energy reaching the leaf, which powers the photosynthesis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CO2 Concentration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carbon dioxide available in the air around the leaf for carbon fix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Water Availability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water reaching the leaf through roots and stem, providing hydrogen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Glucose Production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rate at which the plant produces sugar from CO2, water, and light energy thr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Oxygen Released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O2 produced as a byproduct of splitting water molecules during pho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Plant Biomass Growth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increase in plant mass as glucose is used to build cellulose, proteins, and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Light Intensity to Glucose Production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light energy powers more photosynthesis reactions, producing more glucose. Without light, the l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CO2 Concentration to Glucose Production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CO2 provides more carbon atoms for fixation into glucose. Carbon from CO2 becomes the carbon ba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Water Availability to Glucose Production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Water provides hydrogen atoms and electrons for the light reactions. Without water, the plant cannot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Glucose Production to Oxygen Released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Oxygen is a byproduct of splitting water molecules during photosynthesis. More photosynthesis means 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Glucose Production to Plant Biomass Growth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Glucose is used to build cellulose, lignin, proteins, and all other structural molecules. More gluco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Full Sun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All inputs maximized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Darkness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Lock Light to 0%, other inputs normal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Drought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Lock Water to 10%, other inputs 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Photosynthesis requires ALL THREE inputs: light, CO2, and water. Removing any one of them stops the entire process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Glucose production is limited by whichever input is in shortest supply (the limiting factor), not by the most abundant one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Most of a plant's mass comes from carbon dioxide gas in the air, NOT from soil. Trees are made of air!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Oxygen is a BYPRODUCT, not the purpose of photosynthesis. Plants make oxygen because they must split water molecules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photosynthesis equation (6CO2 + 6H2O + light -&gt; C6H12O6 + 6O2) shows matter conservation: same atoms in and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Plant Growth Optimization Chamber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growth chamber that maximizes photosynthesis and plant biomass production by optimizing light, CO2, and water delivery.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Plant Biologists and Agricultural Engineers study photosynthesis and design systems to optimize crop production, including vertical farms, greenhouses, and space agriculture. They earn $55,000-$120,00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Light Intensity and Plant Biomass Growth?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Light Intensity?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G06L2-L06  |  Grade 6 Level 2  |  NGSS: MS-LS1-6, MS-LS1-7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