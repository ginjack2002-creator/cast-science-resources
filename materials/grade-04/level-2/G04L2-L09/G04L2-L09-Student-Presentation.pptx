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Can You Hear a Tsunami Coming?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Early Detection Systems Save Lives from Giant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4-PS4-3, 4-ESS3-2  |  G04L2-L09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wave energy from an earthquake creates detectable signals that travel through the ocean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wave energy, distance from shore, detection time, warning speed, and evacuation success interact in a system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early detection and fast warnings give people more time to evacuate to safety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some communities survive tsunamis better than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Tsunami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series of giant ocean waves caused by earthquakes, volcanic eruptions, or underwater landslides that can flood coastal areas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Wave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power carried by ocean waves. Bigger earthquakes create waves with more energy that travel faster and hit harder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Detection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Sensing or discovering something. Tsunami detection uses special ocean sensors that notice changes in water pressure caused by passing waves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Evacuation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Moving people away from a dangerous area to a safe location before the danger arrives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a massive earthquake creates a tsunami far out at sea, how do warning systems detect it in time to save people onshore?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Wave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powerful the tsunami waves are, determined by the strength of the earthquake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Distance from Shore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far away the tsunami starts from the coastline. Greater distance gives more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Detection Time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ocean sensors detect the tsunami waves after the earthquake occurs.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Warning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warning message reaches people in coastal areas after the tsunami i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Evacuation Success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many people successfully reach safe higher ground before the tsunami waves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Wave Energy to Detection Time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Bigger, more energetic tsunami waves create stronger pressure signals on ocean-floor sensors, making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Distance from Shore to Warning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distance between the tsunami's origin and the coast provides more time for the entire warnin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Warning Speed to Evacuation Success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warnings give people more time to reach safe ground. Every additional minute of warning time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Wave Energy to Evacuation Success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powerful tsunamis are harder to survive even with warning. Higher waves flood larger areas, rea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Detection Time to Warning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detection feeds directly into faster warnings. If sensors detect the tsunami within 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Far Tsunami, High Energy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Wave Energy at 80%, Distance from Shore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Close Tsunami, High Energy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Wave Energy at 80%, Distance from Shore at 20%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Far Tsunami, Low Energy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Wave Energy at 20%, Distance from Shore at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Greater distance from shore gives warning systems MORE time to detect the tsunami and alert people, which increases evacuation success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Higher wave energy makes the tsunami easier to detect (bigger signals for sensors) but also more destructive, which works AGAINST evacuation success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most dangerous scenario is high wave energy with short distance — the waves arrive before people can evacuate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Warning speed is critical: even with early detection, slow communication means people do not get the message in time to reach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Tsunami 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warning system that gives a coastal town the maximum amount of time to evacuate before tsunami waves arrive.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Emergency Management Specialists design disaster warning systems and evacuation plans that save lives. They work with scientists, engineers, and government agencies to prepare communities for natural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Wave Energy and Evacuation Success?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Wave Energy?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G04L2-L09  |  Grade 4 Level 2  |  NGSS: 4-PS4-3, 4-ESS3-2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