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Chain Reaction: When Energy Moves Object to Object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Why Each Collision Loses a Little Energy Along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4-PS3-3, 4-PS3-4  |  G04L2-L07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kinetic energy transfers from one object to the next during collisions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initial push force, object mass, kinetic energy transfer, energy lost to sound, and final object speed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energy is lost to sound and heat at each collision, reducing the energy available for the next object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chain reactions lose energy over successive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Collision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two objects hit each other, transferring energy from one to the other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Kinetic Energy Transfer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a moving object hits a stationary object and passes some of its motion energy to it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Energy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that changes from motion into sound, heat, or vibration during a collision — it does not disappear but is no longer useful for movement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much matter (stuff) is in an object — heavier objects have more mass and are harder to get moving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you set up a line of dominoes and push the first one, why does the last domino always fall slower than the first one was pushed?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Initial Push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hard the first object in the chain is pushed — a stronger push gives the fir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Object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heavy the objects in the chain are — heavier objects are harder to get movin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Kinetic Energy Transfer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motion energy that passes from one object to the next during each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Energy Lost to Sound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kinetic energy that transforms into sound energy during each collision — you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Final Object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last object in the chain moves after receiving energy through all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Initial Push Force to Kinetic Energy Transfer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harder push gives the first object more kinetic energy, which means more energy is available to tr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Object Mass to Final Object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Heavier objects require more energy to accelerate. In a chain of heavy objects, more energy is absor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Kinetic Energy Transfer to Final Object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kinetic energy transferring through the chain means more energy reaches the final object. The f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Kinetic Energy Transfer to Energy Lost to Sound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more energy transfers during a collision, the collision is also more energetic — producing a lo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Energy Lost to Sound to Final Object Speed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Energy converted to sound is energy that is no longer available for motion. Every bit of energy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Strong Push, Light Objects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Initial Push Force at 80%, Object Mass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Weak Push, Heavy Objects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Initial Push Force at 20%, Object Mass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Strong Push, Heavy Objects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Initial Push Force at 80%, Object Mass at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Energy transfers from object to object during collisions, but some energy is LOST to sound and heat at each collision point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Heavier objects require more energy to get moving, so less kinetic energy transfers through a chain of heavy objects compared to light ones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 stronger initial push gives the chain more total energy to work with, so more energy survives the losses at each collision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Every chain reaction gets weaker over time because energy is lost at every collision — this is why the last domino falls with less force than the first one was pushed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Build the Longest Energy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chain reaction where energy transfers through as many objects as possible while still having enough energy to complete the final action.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Mechanical Engineers and Physicists study how energy transfers between objects to design everything from car safety systems (crumple zones absorb collision energy) to sports equipment (bats and clubs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Initial Push Force and Final Object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Initial Push Force?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G04L2-L07  |  Grade 4 Level 2  |  NGSS: 4-PS3-3, 4-PS3-4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