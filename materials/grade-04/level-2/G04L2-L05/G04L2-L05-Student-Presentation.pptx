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Can We Power a City with Wind?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The Science and Challenge of Renewable Energy for Everyone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4 Level 2  |  NGSS: 4-ESS3-1, 4-PS3-1  |  G04L2-L05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wind turbines convert the kinetic energy of moving air into electrical energy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wind speed, number of turbines, electricity generated, city energy demand, and grid reliability interact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the challenge of intermittent energy sources and why grid reliability depends on supply matching demand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Use evidence from a model to evaluate the strengths and limitations of wind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Wind Turbine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tall machine with spinning blades that converts the kinetic energy of wind into electrical energy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Electricity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form of energy that flows through wires and powers our homes, schools, and devices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Grid Reliability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How consistently the electrical grid can deliver power to everyone who needs it — unreliable grids cause blackouts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Renewable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Energy from sources that never run out, like wind, solar, and water — unlike fossil fuels which are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If wind is free and everywhere, why can we not just use wind turbines to power every city in the world?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Wind Speed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fast the wind is blowing — faster wind spins turbine blades faster and gener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Number of Turbines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many wind turbines are installed in the wind farm — more turbines can captur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Electricity Generated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total amount of electrical power produced by all the turbines combined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City Energy Demand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much electricity the city needs to power all homes, businesses, schools, and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Grid Reliability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Whether the electrical supply consistently meets the city's demand — high reliab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Wind Speed to Electricity Generated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Faster wind spins turbine blades faster, generating more electricity. Wind energy increases with the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Number of Turbines to Electricity Generated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turbines capture more wind energy. A wind farm with 100 turbines generates roughly five times m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City Energy Demand to Grid Reliability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Higher energy demand puts more strain on the grid. If demand increases but supply stays the same, th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Electricity Generated to Grid Reliability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electricity generation means more supply available to meet the city's demand. When generation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Windy Day, Plenty of Turbines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Wind Speed at 80%, Turbines at 80%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Calm Day, Plenty of Turbines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Wind Speed at 15%, Turbines at 80%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Windy Day, Few Turbines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Wind Speed at 80%, Turbines at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Wind turbines convert the kinetic energy of moving air into electrical energy — faster wind produces more electricity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Grid reliability depends on SUPPLY matching DEMAND — if the wind drops and generation falls below what the city needs, blackouts happen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Wind energy is intermittent (not constant) — this is the biggest challenge, because cities need power 24/7 but wind does not blow 24/7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Adding more turbines helps generate more electricity on windy days, but cannot solve the fundamental problem of calm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Wind-Powered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plan for a community that gets most of its electricity from wind, including a solution for what happens when the wind stops.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Wind Energy Engineers and Renewable Energy Specialists design, build, and maintain wind farms that generate clean electricity. As the world shifts to renewable energy, this field is growing rapidly.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Wind Speed and Grid Reliability?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Wind Speed?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G04L2-L05  |  Grade 4 Level 2  |  NGSS: 4-ESS3-1, 4-PS3-1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