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Why Does a Black Car Get Hotter?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How Surface Color Affects Heat Absorption from Sunlight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4 Level 2  |  NGSS: 4-PS3-2  |  G04L2-L08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sunlight transfers energy to surfaces and how that energy becomes heat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sunlight intensity, surface color, heat absorption, surface temperature, and comfort level interact in a system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Describe how darker surfaces absorb more light energy and convert it to heat compared to lighter surfaces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Use evidence from a model to explain why color matters for staying cool in the sun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Light Energy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Energy that travels from the sun as light waves and can be absorbed by surfaces, turning into heat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Heat Absorption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When a surface takes in light energy and converts it into thermal energy, making the surface warmer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Surface Color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How dark or light a surface is, which determines how much light energy it absorbs versus reflects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Thermal Energy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Heat energy that moves from warmer objects to cooler objects, making things feel hot or cold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If two cars sit in the same sunny parking lot, why does the black car feel burning hot while the white car stays cooler?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Sunlight Intensity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strong the sunlight is, which depends on time of day, cloud cover, and seaso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Surface Color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dark or light the surface is. Dark colors like black absorb most light energ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Heat Absorption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amount of light energy that a surface captures and converts into thermal ene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Surface Temperature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hot the surface becomes after absorbing light energy. More absorption means 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Comfort Level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How comfortable a person feels when touching or sitting on the surface. Hotter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Sunlight Intensity to Heat Absorption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Stronger sunlight delivers more light energy to the surface. More energy hitting the surface means m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Surface Color (dark) to Heat Absorption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Darker surfaces absorb a higher percentage of the light energy that hits them. A black surface absor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Heat Absorption to Surface Temperature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When more light energy is absorbed and converted to thermal energy, the surface temperature rises. T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Surface Temperature to Comfort Level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As surface temperature increases, comfort level decreases. A cool surface is comfortable to touch an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Sunlight Intensity to Surface Temperature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Stronger sunlight increases surface temperature both directly and indirectly through increased heat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Bright Sun, Dark Surface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Sunlight Intensity at 80%, Surface Color at dark (80%)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Bright Sun, Light Surface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Sunlight Intensity at 80%, Surface Color at light (20%)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Cloudy Day, Dark Surface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Sunlight Intensity at 20%, Surface Color at dark (80%)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Dark surfaces absorb MORE light energy than light surfaces, converting that energy into heat that raises the surface temperature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Light-colored surfaces REFLECT most of the sunlight away, so less energy becomes heat and the surface stays cooler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Even a dark surface does not get extremely hot on a cloudy day because there is less light energy available to absorb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Both sunlight intensity AND surface color matter together. The hottest surfaces happen when STRONG sunlight hits DARK colors, and the coolest surfaces happen when WEAK sunlight hits LIGHT colors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the Coolest Parking 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 model parking lot surface that keeps cars and people as cool as possible on a hot sunny day.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Environmental Engineers design buildings, roads, and cities to stay cool and save energy. They choose surface colors and materials that reduce heat absorption, helping fight the 'urban heat island' 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Sunlight Intensity and Comfort Level?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Sunlight Intensity?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G04L2-L08  |  Grade 4 Level 2  |  NGSS: 4-PS3-2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