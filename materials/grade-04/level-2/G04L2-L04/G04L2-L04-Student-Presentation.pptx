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The Mountain That Used to Be an Ocean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Seashells End Up on Mountaintops Millions of Years Later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4 Level 2  |  NGSS: 4-ESS1-1, 4-ESS2-1  |  G04L2-L04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tectonic plate movement creates the forces that push ocean floors upward into mountains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plate movement speed, sediment deposit rate, compression force, rock uplift, and fossil elevation interact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fossils trapped in ocean sediment layers can end up at high elevations over millions of years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Use evidence from a model to explain why the Himalayas contain fossils of sea creatures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Tectonic Plates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Giant slabs of rock that make up Earth's outer surface — they float on hot, slow-moving rock beneath and move very slowly over time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Compression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squeezing force that happens when two tectonic plates push into each other, crushing and folding rock layers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Uplift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process of rock being pushed upward by tectonic forces — this is how flat ocean floors become towering mountains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Sediment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Tiny particles of sand, mud, and dead organisms that settle on the ocean floor and build up in layers over millions of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How is it possible to find fossils of ocean creatures on top of mountains that are thousands of feet above sea level?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Plate Movement Speed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the tectonic plates are pushing toward each other — faster movement cre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Sediment Deposit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layers of sediment (sand, mud, shells) accumulate on the ocean floor —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Compression Force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pressure created when two plates collide — more speed means more compression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Rock Uplift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quickly the compressed rock layers are pushed upward — stronger compression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Fossil Elevation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height above sea level where ocean fossils end up — determined by both how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Plate Movement Speed to Compression Force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plate movement means more energy is transferred when plates collide, creating stronger compre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Compression Force to Rock Uplift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compression force pushes rock layers upward more powerfully. Stronger squeezing means more f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Sediment Deposit Rate to Fossil Elevation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sediment accumulation on the ocean floor means thicker layers of fossil-bearing rock. When upli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Rock Uplift to Fossil Elevation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uplift pushes the entire rock column higher, carrying embedded fossils to greater elevations.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Fast Collision, Thick Sediment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Plate Movement Speed at 80%, Sediment Deposit Rate at 80%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Slow Collision, Thin Sediment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Plate Movement Speed at 20%, Sediment Deposit Rate at 20%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No Movement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Plate Movement Speed at 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Tectonic plate collisions create compression forces that squeeze and fold rock, pushing it upward — this is how mountains form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Ocean sediment layers containing fossils of marine creatures get caught in this uplift and are carried to high elevations over millions of years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Faster plate movement creates stronger compression, which causes faster rock uplift and higher fossil elevation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Both plate movement and sediment deposits contribute to fossil elevation — you need thick sediment layers (with fossils in them) AND strong uplift to find ocean fossils on mountaintops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Build a Tectonic Collision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hands-on model that demonstrates how tectonic plate collisions push ocean floor layers (with fossils) upward into mountains.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Geologists and Paleontologists study Earth's rocks, fossils, and history to understand how our planet has changed over billions of years. They discover ancient oceans, vanished continents, and extinct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Plate Movement Speed and Fossil Elevation?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Plate Movement Speed?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G04L2-L04  |  Grade 4 Level 2  |  NGSS: 4-ESS1-1, 4-ESS2-1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