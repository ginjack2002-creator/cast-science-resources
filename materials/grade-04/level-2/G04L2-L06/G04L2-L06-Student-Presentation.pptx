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Building for the Big One: Earthquake Engineering Lab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Engineers Design Buildings That Bend Instead of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4-ESS3-2, 4-ETS1-2  |  G04L2-L06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earthquake magnitude determines the shaking force experienced by buildings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earthquake magnitude, building flexibility, shaking force, structural damage, and occupant safety interact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why flexible buildings survive earthquakes better than rigid buildings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design buildings that reduce earthquake damage and protect occupants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Earthquake Magnitude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measurement of how much energy an earthquake releases — higher magnitude means stronger shaking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Flexibility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ability of a structure to bend, sway, or absorb movement without breaking — like a tree bending in the wind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Shaking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actual force that gets transferred from the ground into a building during an earthquake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Structural Damage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Cracks, breaks, and collapses in a building caused by the shaking force exceeding the building's strength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some buildings collapse during earthquakes while others right next to them survive with barely a crack?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Earthquake Magnitude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strength of the earthquake as measured on the Richter scale — stronger earth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Building Flexibility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building can absorb and distribute shaking forces by bending, swayi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Shaking Force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actual force transmitted from the moving ground into the building's structur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Structural Damage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physical damage to the building — cracks in walls, broken windows,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Occupant Safety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safe the people inside the building are during and after the earthquake —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Earthquake Magnitude to Shaking Force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earthquakes release more energy, creating stronger seismic waves that produce more violent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Building Flexibility to Structural Damage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flexible buildings experience LESS structural damage because they absorb and distribute shaking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Shaking Force to Structural Damage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shaking forces cause more structural damage — more cracks, more broken connections, more co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Structural Damage to Occupant Safety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structural damage means LESS safety for the people inside. When walls crack, floors collapse, 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Building Flexibility to Occupant Safety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flexible buildings directly improve occupant safety because they maintain structural integrity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Small Earthquake, Rigid Building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Earthquake Magnitude at 30%, Building Flexibility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Big Earthquake, Rigid Building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Earthquake Magnitude at 90%, Building Flexibility at 20%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Big Earthquake, Flexible Building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Earthquake Magnitude at 90%, Building Flexibility at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Stronger earthquakes create stronger shaking forces that cause more damage to buildings and endanger more people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Flexible buildings survive earthquakes much better than rigid ones because they absorb and distribute shaking energy instead of fighting it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Building flexibility REDUCES structural damage (negative relationship) because the building moves WITH the earthquake instead of against it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Occupant safety depends directly on structural damage — the less damage, the safer the people inside, which is why engineering design saves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Earthquake-Proof Tower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and build the tallest tower that can survive a simulated earthquake (shaking table) without collapsing.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Structural Engineers and Seismic Engineers design buildings, bridges, and infrastructure that can withstand earthquakes, hurricanes, and other natural disasters. Their work directly saves thousands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Earthquake Magnitude and Occupant Safety?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Earthquake Magnitude?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G04L2-L06  |  Grade 4 Level 2  |  NGSS: 4-ESS3-2, 4-ETS1-2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