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The Energy Roller Coaster: Where Does Speed Come From?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Energy Transforms, Transfers, and Gets Lost Along the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4 Level 2  |  NGSS: 4-PS3-1, 4-PS3-4  |  G04L2-L01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potential energy at the top of a hill converts to kinetic energy at the bottom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hill height, track friction, potential energy, kinetic energy, and heat loss interact in a system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friction causes energy to leave the motion system as heat, reducing speed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Use evidence from a model to explain why roller coasters slow down even though energy is conserved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Potential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Stored energy an object has because of its position or height — like a roller coaster waiting at the top of a hill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Kinetic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energy of motion — the faster something moves, the more kinetic energy it has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Friction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force that happens when two surfaces rub together, slowing things down and creating heat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Heat Loss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Energy that transforms into heat because of friction — this energy leaves the motion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energy is never destroyed, why does a roller coaster eventually slow down and stop?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Hill Height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tall the starting hill of the roller coaster is — taller hills store more po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Track Friction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rough or smooth the track surface is — rougher tracks create more friction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Potential Energy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stored energy the coaster has at the top of the hill because of its height —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Kinetic Energy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energy of the coaster's motion at the bottom of the hill — how fast and powe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Heat Loss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Energy that gets transformed into heat because of friction between the coaster 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Hill Height to Potential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taller hill lifts the coaster higher above the ground, storing more gravitational potential energy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Potential Energy to Kinetic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As the coaster descends, stored potential energy converts into kinetic energy (motion). More PE at t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Track Friction to Heat Loss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 rougher track surface creates more friction between the wheels and the rails. More friction means 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Heat Loss to Kinetic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Energy lost as heat is energy that is NOT available for motion. When Heat Loss increases, Kinetic 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Smooth Track, Tall Hill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Hill Height at 80%, Track Friction at 10%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Rough Track, Tall Hill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Hill Height at 80%, Track Friction at 80%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Smooth Track, Short Hill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Hill Height at 20%, Track Friction at 10%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Taller hills give the coaster more potential energy at the top, which converts to more kinetic energy (speed) at the bottom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Friction transforms kinetic energy into heat — the energy does not disappear, it just changes into a form that does not help the coaster move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When friction is high, more energy is lost as heat, so less energy is available for motion — the coaster slows down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Energy is CONSERVED (never created or destroyed), but it can change forms — and once it becomes heat from friction, it cannot easily change back to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the Friction-Fighting Coaster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marble track that minimizes energy loss to friction so the marble maintains the most speed from start to finish.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Mechanical Engineers design machines, vehicles, and rides by understanding how energy, friction, and motion work together. They design everything from roller coasters to electric cars. They earn $70,0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Hill Height and Heat Loss?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Hill Height?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G04L2-L01  |  Grade 4 Level 2  |  NGSS: 4-PS3-1, 4-PS3-4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