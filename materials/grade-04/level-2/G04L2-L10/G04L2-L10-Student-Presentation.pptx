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Does Your Bike Rust?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Water and Oxygen Change Metal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4-PS1-2, 4-ETS1-1  |  G04L2-L10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water and oxygen interact with metal surfaces to create a new substance called rust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water exposure, oxygen level, oxidation rate, rust formation, and metal strength interact in a system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rust is a chemical change that creates a new, weaker substance from the original strong metal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protecting metal from water and oxygen prevents 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Oxidation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chemical reaction where oxygen combines with another substance. When oxygen combines with iron, it creates iron oxide, which we call rust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Rust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reddish-brown, flaky substance that forms when iron or steel reacts with water and oxygen. Its scientific name is iron oxide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Chemical Change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change that creates an entirely new substance with different properties. Rusting turns strong, shiny metal into weak, crumbly rust — you cannot 'un-rust' it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Corrosion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gradual destruction of metal caused by chemical reactions with its environment, especially water and oxygen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your bike is made of strong metal, why does leaving it outside in the rain turn that strong metal into crumbly, reddish-brown rust?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Water Exposure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water comes into contact with the metal surface, from rain, humidity, 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Oxygen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oxygen is available to react with the metal. Air is about 21% oxygen,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Oxidation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chemical reaction between iron, water, and oxygen occurs. Higher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Rust Formation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iron oxide (rust) has formed on the metal surface. Rust is a new substa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Metal Strength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strong and structurally sound the metal remains. As rust replaces solid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Exposure to Oxidation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water on the metal surface speeds up the oxidation reaction. Water acts as a catalyst, dissolvi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Oxygen Level to Oxidation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oxygen available means more oxygen molecules can react with iron atoms. Oxygen is one of the tw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Oxidation Rate to Rust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faster oxidation rate means rust forms more quickly. When the chemical reaction is happening rapid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Rust Formation to Metal Strength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more rust forms, metal strength decreases. Rust (iron oxide) is weaker, more brittle, and flakier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Water Exposure to Rust Formation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 addition to speeding up the oxidation rate, water directly contributes to rust formation by maint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Rainy and Open Air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Water Exposure at 80%, Oxygen Level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Dry and Open Air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Water Exposure at 20%, Oxygen Level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Wet but Sealed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Water Exposure at 80%, Oxygen Level at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Rust forms fastest when BOTH water and oxygen levels are high. The chemical reaction needs both ingredients to occur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Removing EITHER water or oxygen significantly slows rust formation. You do not need to eliminate both — reducing one dramatically helps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Rust is a NEW SUBSTANCE (iron oxide) that is weaker and flakier than the original metal. This is a chemical change, not just a surface stain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Protecting metal from water (keeping it dry) or from oxygen (coating it with paint, oil, or chrome) prevents rust by removing one of the necessary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Rust-Proof Bike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protective system that prevents a steel nail from rusting when exposed to water and air for one week.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Materials Scientists study how different substances behave and develop new materials that resist damage from rust, heat, and wear. They create the coatings, alloys, and composites used in everything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Water Exposure and Metal Strength?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Water Exposure?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G04L2-L10  |  Grade 4 Level 2  |  NGSS: 4-PS1-2, 4-ETS1-1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