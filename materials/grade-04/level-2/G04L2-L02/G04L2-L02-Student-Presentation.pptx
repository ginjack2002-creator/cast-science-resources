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Can Sound Travel Through Space?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Why Astronauts Need Radios and Explosions Are Silent in a Vacuum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4-PS4-1, 4-PS4-3  |  G04L2-L02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sound waves require a medium (air, water, or solids) to travel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vibration strength, medium density, wave speed, sound loudness, and wave absorption interact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why sound travels at different speeds through different materials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explain why sound cannot travel through the vacuum of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Medium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material that sound travels through — it can be a gas (air), liquid (water), or solid (metal, wood)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Vibration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rapid back-and-forth movement that creates sound waves when it pushes on nearby molecules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Wave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fast a sound wave moves through a material — sound travels at different speeds in different media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Absorption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When a material soaks up sound energy instead of passing it along, making the sound quieter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In every space movie, explosions make huge booming sounds. But is that what would really happen in space?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Vibration Strength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hard the sound source vibrates — like the difference between tapping a drum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Medium Density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tightly packed the molecules are in the material sound is traveling through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Wave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sound wave moves through the medium — denser materials with tightly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Sound Loudness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loud the sound is when it reaches the listener — depends on both the source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Wave Absorption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sound energy gets soaked up by the medium as the wave passes through —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Vibration Strength to Sound Loudness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stronger vibration sends out sound waves with more energy (higher amplitude). More energy in the w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Medium Density to Wave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In denser materials, molecules are packed closer together, so each molecule bumps into the next one 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Medium Density to Wave Absorption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Denser materials actually absorb LESS sound energy as the wave passes through. In air, the loosely p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Wave Absorption to Sound Loudness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more sound energy is absorbed by the medium, less energy reaches the listener, making the sound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Vibration Strength to Wave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vibrations create waves with slightly more energy, which can push through a medium a bit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Sound in Air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Vibration Strength at 70%, Medium Density at 30%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Sound in Water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Vibration Strength at 70%, Medium Density at 70%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Sound in Space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Medium Density at 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Sound MUST have a medium to travel through — in a vacuum (like space), there are no molecules to vibrate, so sound cannot exist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Sound travels faster through denser materials — it moves about 4 times faster in water than in air, and about 15 times faster in steel than in air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Denser media absorb less sound energy, so sound stays louder over longer distances in water and solids compared to air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Both vibration strength and the medium affect loudness — a shout in water carries farther than a shout in air because water absorbs less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the Best Sound Transmitter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and test a system that transmits sound as clearly as possible from one side of the classroom to the other using different materials.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Acoustical Engineers design spaces and systems for optimal sound — from concert halls to noise-canceling headphones to submarine sonar systems. They earn $65,000–$110,000/year.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Vibration Strength and Wave Absorption?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Vibration Strength?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G04L2-L02  |  Grade 4 Level 2  |  NGSS: 4-PS4-1, 4-PS4-3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