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Climate Feedback Loops: Why Small Changes Get Big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How CO2, Temperature, Ice, and Reflectivity Create a Runaway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8 Level 2  |  NGSS: MS-ESS2-6, MS-ESS3-5  |  G08L2-L04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how CO2 emissions drive the greenhouse effect and global warming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the positive feedback loop between temperature, ice cover, and albedo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Predict how feedback loops amplify small changes into large climate shifts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Evaluate evidence for why climate scientists are concerned about tipping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Feedback Loop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 cycle where the output of a system feeds back to become an input, amplifying or dampening the original change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Albedo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reflectivity of a surface — how much incoming sunlight is bounced back to space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Greenhouse Effect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When atmospheric gases trap heat that would otherwise escape to space, warming the planet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Tipping Point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 threshold beyond which a system shifts rapidly to a new state and may not easily return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Why do small increases in CO2 lead to such large changes in global temperature?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CO2 Emissions Rate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Amount of carbon dioxide released from human activities like burning fossil fuel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Atmospheric CO2 Level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Concentration of greenhouse gases in the atmosphere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Global Temperature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Earth's average surface temperature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Ice Cover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Extent of ice at the Arctic, Antarctic, and glaciers worldwide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Albedo (Reflectivity)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much incoming sunlight Earth's surface reflects back to 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CO2 Emissions Rate to Atmospheric CO2 Level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fossil fuel burning releases more CO2 into the atmosphere, increasing the concentration of gree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Atmospheric CO2 Level to Global Temperature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Higher CO2 concentrations trap more outgoing heat through the greenhouse effect, raising Earth's ave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Global Temperature to Ice Cover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Higher temperatures melt ice sheets, glaciers, and sea ice, reducing the total area of frozen surfac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Ice Cover to Albedo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ice means more reflective surface area to bounce sunlight back to space. Less ice means lower r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Albedo to Global Temperature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Higher albedo reflects more sunlight, cooling Earth. Lower albedo absorbs more sunlight, warming 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Pre-Industrial Baseline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Low CO2 emissions, natural levels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Current Emissions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Modern emission levels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Runaway Feedback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Very high emissions sustained for 50 years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CO2 traps heat through the greenhouse effect, raising global temperatures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Higher temperatures melt ice, which reduces albedo (reflectivity)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Lower albedo means more sunlight absorbed instead of reflected, causing MORE warming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This creates a positive feedback loop: warming → ice melt → lower albedo → more warming → more ice melt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Feedback loops explain why small CO2 increases can trigger disproportionately large temperature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Design a Climate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Design an evidence-based climate action plan for your city that targets the feedback loop at its most effective intervention point, using data from your model.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Climate Scientists and Atmospheric Researchers study feedback loops in Earth's climate system and develop models to predict future changes. They earn $70,000-$120,000/year and work at universities, 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CO2 Emissions Rate and Albedo (Reflectivity)?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CO2 Emissions Rate?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G08L2-L04  |  Grade 8 Level 2  |  NGSS: MS-ESS2-6, MS-ESS3-5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