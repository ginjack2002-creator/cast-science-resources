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Baking Soda Explodes: Reaction Rates and Energy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Reactant Amount and Surface Area Control Chemical Reactions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MS-PS1-2, MS-PS1-5  |  G08L2-L03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reactant amount and surface area affect the rate of a chemical reaction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reaction rate, gas production, and mass conservation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that total system mass is conserved even when gas is produced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changing reaction conditions affects the speed and intensity of a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fast reactants convert into products in a chemical reaction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Surface Area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amount of exposed surface where reactants can make contact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Conservation of 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principle that total mass in a closed system stays the same before and after a reaction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Gas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formation of gaseous products such as carbon dioxide during a chemical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does baking soda and vinegar explode, and where does the mass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Reactant Amount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baking soda and vinegar are combined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Surface Area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the baking soda is fine powder or large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Reaction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Speed at which the chemical reaction proceeds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Gas Production (CO2)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Amount of carbon dioxide bubbles produced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Total System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Combined mass of all reactants and products — always conserved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Reactant Amount to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reactant means more particles available to collide and react, increasing the overall rate of th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Surface Area to Reaction Rate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surface area exposes more reactant particles for contact, dramatically increasing collision 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Reaction Rate to Gas Production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faster reaction produces carbon dioxide gas more quickly, creating more vigorous bubbling and fizz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Reaction Rate to Reactant Amount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the reaction proceeds, reactants are consumed and converted into products, decreasing the amount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Total System Mass remains CONSTANT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In a sealed system, the total mass of all reactants equals the total mass of all products. Atoms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Standard Reaction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amounts, medium surface area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Maximum Explosion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Maximum reactant, maximum surface area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Slow Fizz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Low reactant, low surface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More reactant produces more product, but at the same rate per unit of reactant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Increasing surface area dramatically speeds up the reaction — powder reacts faster than chunks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Total System Mass stays constant in a sealed system, even though gas is produced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the container is open, mass appears to decrease because gas escapes — but the gas still has mass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Reactants are consumed as products form — the lines on the graph are inverse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Ultimate Reaction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experiment to prove that mass is conserved in a chemical reaction, even when gas is produced, by engineering a container that captures all products.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Chemical Engineers and Materials Scientists design chemical processes and reactions for industry, from pharmaceuticals to food production to energy. They earn $75,000-$130,000/year.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Reactant Amount and Total System Mass?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Reactant Amount?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G08L2-L03  |  Grade 8 Level 2  |  NGSS: MS-PS1-2, MS-PS1-5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