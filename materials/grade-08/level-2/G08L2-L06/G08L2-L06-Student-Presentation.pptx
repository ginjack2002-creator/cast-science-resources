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Genetic Mutations: When DNA Makes a Typo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UV Radiation and Cell Division Create Errors That Change Organisms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MS-LS3-1, MS-LS3-2  |  G08L2-L06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UV radiation and cell division rate affect mutation frequency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mutations, protein function, and organism fitness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whether mutations are likely to be harmful, beneficial, or neutral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evidence for why mutations are the raw material for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Mutation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change in the DNA sequence that alters the genetic instructions for building proteins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Mutagen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Any environmental factor, such as UV radiation or chemicals, that increases mutation frequency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Protein Function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specific job a protein performs in the body, determined by its shape, which is determined by its gene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Organism Fitness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organism's overall ability to survive and reproduce in its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What happens when DNA copies itself and makes a mistake?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UV Radiation Exposure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Intensity of ultraviolet light hitting cells, which damages DNA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Cell Division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frequently cells divide and copy their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Mutation Frequency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often DNA copying errors occur per generation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Protein Function Change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mutations alter the shape and function of proteins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Organism Fitness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Overall survival and reproduction ability of the organism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UV Radiation Exposure to Mutation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UV radiation causes more DNA damage (thymine dimers and base modifications), increasing the rat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Cell Division Rate to Mutation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cell division means more DNA copying events, and each copy is another opportunity for errors.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Mutation Frequency to Protein Function Change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mutations mean more chances that a gene's code is altered, producing a protein with a different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Protein Function Change to Organism Fitness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Changed proteins can be harmful (disrupting vital functions), neutral (no significant effect), or ra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Organism Fitness to Cell Division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Healthier organisms with higher fitness maintain normal growth patterns and cell division. Reduced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Normal Conditions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UV, moderate cell division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High UV Exposure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UV Radiation at 90%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Rapid Division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Cell Division at 90%, moderate 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UV radiation damages DNA by causing chemical changes to nucleotide bases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Faster cell division means more DNA copying events, which means more chances for errors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Most mutations are neutral — they don't significantly change protein function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Harmful mutations are more common than beneficial ones, but rare beneficial mutations drive evolution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Mutation frequency increases with BOTH UV exposure and cell division rate — the risks are additive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Skin Cancer Prevention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public health campaign about UV exposure and skin cancer risk, using your model data to create clear, compelling messaging.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Genetic Counselors and Molecular Biologists study how mutations affect health and disease, helping families understand genetic risks and developing new therapies. They earn $65,000-$110,000/year.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UV Radiation Exposure and Organism Fitness?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UV Radiation Exposure?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G08L2-L06  |  Grade 8 Level 2  |  NGSS: MS-LS3-1, MS-LS3-2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