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How Does a Cut Heal Itself?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Your Body Orchestrates Cell Division to Repair Damaged Tissue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8 Level 2  |  NGSS: MS-LS1-4, MS-LS1-2  |  G08L2-L09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wound severity and blood supply affect the healing process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the relationship between cell division rate and new tissue formation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different wound conditions affect healing progress over time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Evaluate evidence for why some wounds heal faster than others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Wound Severity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depth and extent of tissue damage — deeper wounds destroy more cells and take longer to heal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Blood Supply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flow of blood to the wound area, delivering oxygen, nutrients, and immune cells needed for repair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Cell Division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quickly cells near the wound are dividing (mitosis) to produce new cells for repair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New Tissue Formation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growth of replacement skin, blood vessels, and connective tissue to close and repair the wound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How does your body know when you're injured, and how does it rebuild damaged tissue cell by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Wound Severity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depth and area of tissue damage — sets the scale of repair needed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Blood Supply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Blood flow to the wound area delivering oxygen, nutrients, and immune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Cell Division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rapidly cells undergo mitosis to produce replacement cells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New Tissue Formation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Growth of new skin, blood vessels, and connective tissue at the wound site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Healing Progress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Overall wound closure and tissue restoration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Wound Severity to Cell Division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severe wounds trigger stronger chemical signals (growth factors) that increase the rate of cell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Wound Severity to Healing Progress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wound severity means more tissue to replace, requiring more time to achieve complete healing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Blood Supply to Cell Division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blood flow delivers more oxygen and nutrients to dividing cells, enabling faster mitosis and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Cell Division Rate to New Tissue Formation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cell division produces more new cells per day, accelerating the formation of replacement tiss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New Tissue Formation to Healing Progress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new tissue filling the wound means greater healing progress — the wound closes and functional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Minor vs. Deep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severity vs. high severity with normal blood supply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Good vs. Poor Blood Supply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Same wound severity with high vs. low blood supply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Worst Case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severity with low blood supply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Wound severity determines the scale of repair needed — more damaged tissue requires more cell divisions to replace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Blood supply is critical because dividing cells need oxygen and nutrients delivered by blood to fuel mitosis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Cell division rate increases near the wound edge as the body signals cells to multiply faster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New tissue formation follows cell division — first new cells are produced, then they organize into functional tissue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Healing progress depends on both factors: severe wounds with good blood supply heal faster than moderate wounds with poor circulation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Wound Treatment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evidence-based wound treatment plan that optimizes healing conditions, using your model data to justify why each treatment step accelerates tissue repair.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Biomedical Researchers and Wound Care Specialists study how the body repairs itself and develop treatments that accelerate healing. They work in hospitals, research labs, and pharmaceutical companies,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Wound Severity and Healing Progress?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Wound Severity?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G08L2-L09  |  Grade 8 Level 2  |  NGSS: MS-LS1-4, MS-LS1-2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