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Survival of the Fittest: Can You Outrun Natural Selection?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Environmental Pressure and Genetic Diversity Shape Who Survives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MS-LS4-4, MS-LS4-6  |  G08L2-L01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environmental pressure selects for certain traits over others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population diversity affects a species' ability to survive change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mathematical representations to track trait frequency changes across generations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outcomes for populations with high vs. low genetic diversity under stress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Environmental Pressure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Any factor in the environment that affects which organisms survive and reproduce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Population Diversity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range of different traits and genetic variations within a group of organisms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Favorable Trait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percentage of a population that carries a trait suited to the current environment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Natural Selection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by which organisms with traits better suited to their environment survive and reproduce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Can a population survive when the environment changes faster than it can adapt?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Environmental Pressure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Intensity of drought, predators, or disease affecting the population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Population Diversity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Range of trait variations present in the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Favorable Trait Frequency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Percentage of the population carrying advantageous traits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Survival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Percentage of individuals that survive each generation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Reproduction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Number of offspring produced per surviving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Environmental Pressure to Survival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Harsher environmental conditions reduce the overall percentage of individuals that survive each gene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Population Diversity to Favorable Trait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genetic diversity means a higher chance that some individuals carry traits suited to the cur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Favorable Trait Frequency to Survival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more individuals carry advantageous traits, a greater percentage survives environmental challen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Survival Rate to Reproduction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survivors means more individuals reproduce and pass on their traits to the next generation.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Reproduction Rate to Favorable Trait Frequency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Surviving individuals with favorable traits reproduce, increasing the frequency of those traits in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Stable Environment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pressure, moderate diversity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Low Diversity Crisis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Environmental Pressure, low Population Diversity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High Diversity Advantage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Environmental Pressure, high Population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Populations with greater genetic diversity have more 'options' for natural selection to work with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Environmental pressure doesn't create new traits — it selects for traits that already exist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Low-diversity populations can crash rapidly under strong environmental pressure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Natural selection is NOT random — it predictably favors traits that match the environment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Reproduction rate amplifies the effect of selection by spreading favorable traits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Species Conservation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conservation plan for an endangered species facing rapid environmental change, using your model data to justify every recommendation.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Conservation Biologists and Wildlife Geneticists study how genetic diversity affects species survival and design strategies to protect endangered populations. They earn $55,000-$95,000/year.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Environmental Pressure and Reproduction Rate?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Environmental Pressure?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G08L2-L01  |  Grade 8 Level 2  |  NGSS: MS-LS4-4, MS-LS4-6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