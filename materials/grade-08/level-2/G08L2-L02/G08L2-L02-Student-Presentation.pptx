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Trophic Cascades: When Predators Disappear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Removing One Species Can Collapse an Entire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MS-LS2-1, MS-LS2-4  |  G08L2-L02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apex predators regulate ecosystem balance through top-down control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cascade of effects when a predator is removed from a food web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vegetation loss leads to erosion and ecosystem collapse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real-world evidence from the Yellowstone wolf reintroduction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Trophic Cascade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chain of ecological effects triggered by adding or removing a top predator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Apex Predator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top predator in a food chain with no natural predators of its own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Overgrazing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herbivore populations grow unchecked and destroy vegetation faster than it can regrow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Ecosystem Stability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ability of an ecosystem to maintain its structure and function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What happens to an entire ecosystem when the top predator vanishes?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Apex Predator Population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Number of top predators such as wolves or sharks in 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Herbivore Population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Number of prey species like deer or elk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Vegetation Health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Plant coverage, growth rate, and root strength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Erosion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Rate of soil loss from bare, unprotected ground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Ecosystem Stability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Overall health and balance of the entire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Apex Predator Population to Herbivore Population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predators kill more herbivores, keeping their numbers in check. Fewer predators allow herbivore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Herbivore Population to Vegetation Health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herbivores consume more plants, leading to overgrazing and vegetation decline.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Vegetation Health to Erosion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Healthy vegetation holds soil in place with root systems. Less vegetation means more bare soil expos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Vegetation Health to Ecosystem Stability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Healthy vegetation supports habitat, food, and shelter for diverse species, increasing overall ecosy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Erosion Rate to Ecosystem Stability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 erosion degrades habitat, silts waterways, and destroys the foundation that the ecosystem depen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Balanced Ecosystem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Natural predator-prey balance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Predator Removal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Set Apex Predator Population to 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Predator Reintroduction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Restore predators to 50% after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Removing apex predators causes herbivore populations to explode without natural checks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Unchecked herbivores overgraze vegetation, leaving soil bare and vulnerable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Vegetation loss triggers erosion that damages the entire ecosystem — even rivers and streams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Restoring predators can reverse the cascade, but recovery takes years or decades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Wolves in Yellowstone literally changed the course of rivers by allowing vegetation to regrow on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Wildlife Management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wildlife management plan for a national park experiencing ecosystem decline due to predator loss.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Wildlife Ecologists and Conservation Managers study predator-prey dynamics and design management strategies for national parks and wildlife reserves. They earn $55,000-$95,000/year.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Apex Predator Population and Ecosystem Stability?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Apex Predator Population?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G08L2-L02  |  Grade 8 Level 2  |  NGSS: MS-LS2-1, MS-LS2-4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