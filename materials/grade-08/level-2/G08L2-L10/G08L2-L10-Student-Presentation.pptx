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Why Is Groundwater Disappearing?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How Human Activity and Natural Cycles Determine the Future of Underground Water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8 Level 2  |  NGSS: MS-ESS3-1, MS-ESS2-4  |  G08L2-L10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agricultural irrigation and rainfall recharge affect aquifer levels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the relationship between water extraction and long-term aquifer sustainability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land subsidence occurs when underground water is removed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Evaluate evidence for why groundwater depletion threatens long-term water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Agricultural Irrigation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use of groundwater to water crops — the largest consumer of groundwater worldwide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Rainfall Recharge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natural process by which rainwater seeps through soil and rock to replenish underground aquifers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Aquifer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height of the water table in an underground aquifer — drops when extraction exceeds recharge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Land Subsidence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sinking or settling of the ground surface caused by the removal of underground water, oil, or minerals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Why are aquifers that took thousands of years to fill being drained in just decades?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Agricultural Irrigation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Volume of groundwater pumped for farming — the primary demand on aquifers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Rainfall Recharge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Amount of precipitation that percolates down to replenish the aquifer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Aquifer Level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Current water table height — decreases when pumping exceeds natural recharge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Land Subsidence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Ground surface sinking as empty underground spaces compact under pressure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Long-term Water Security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Projected ability to meet future water needs based on current extraction rates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Agricultural Irrigation to Aquifer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pumping for irrigation removes water from the aquifer, lowering the water table.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Rainfall Recharge to Aquifer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More rainfall percolation adds water to the aquifer, raising or stabilizing the water table.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Aquifer Level to Land Subsidence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Lower aquifer levels cause underground pore spaces to collapse, increasing land subsidence at the su</a:t>
            </a:r>
          </a:p>
          <a:p>
            <a:pPr>
              <a:spcBef>
                <a:spcPts val="1000"/>
              </a:spcBef>
              <a:defRPr sz="1600" b="1">
                <a:solidFill>
                  <a:srgbClr val="E74C3C"/>
                </a:solidFill>
              </a:defRPr>
            </a:pPr>
            <a:r>
              <a:t>  −  Land Subsidence to Aquifer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Subsidence permanently compacts aquifer rock, reducing its storage capacity — even if water is added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Aquifer Level to Long-term Water Security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Higher aquifer levels mean more water available for future use, increasing long-term water security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Balanced vs. Over-Extraction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Equal pumping and recharge vs. heavy pumping with low recharge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Drought Impact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Moderate irrigation with very low rainfall recharge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Long-term Projection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Heavy irrigation sustained for 50 years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When extraction exceeds recharge, aquifer levels decline steadily — this is called groundwater mining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Rainfall recharge is extremely slow — water may take decades or centuries to percolate down to deep aquifers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As aquifer levels drop, the empty pore spaces in rock and sediment compact under the weight of overlying land, causing permanent land subsidence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Land subsidence is irreversible — once the ground sinks, the aquifer can never hold as much water again even if refilled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Long-term water security requires that extraction rates stay at or below natural recharge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Sustainable Water Management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Design an evidence-based water management plan for a farming community that balances agricultural needs with long-term aquifer sustainability, using your model data to justify every recommendation.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Hydrogeologists and Water Resource Engineers study groundwater systems and design sustainable water management strategies for communities, agriculture, and industry. They earn $65,000-$115,000/year.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Agricultural Irrigation and Long-term Water Security?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Agricultural Irrigation?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G08L2-L10  |  Grade 8 Level 2  |  NGSS: MS-ESS3-1, MS-ESS2-4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