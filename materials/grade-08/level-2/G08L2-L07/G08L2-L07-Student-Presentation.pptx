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Wave Properties: Amplitude, Frequency, and Speed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Energy and Medium Shape Every Wave in the Universe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8 Level 2  |  NGSS: MS-PS4-1, MS-PS4-2  |  G08L2-L07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wave source energy affects amplitude and frequency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the relationship between frequency and wavelength (inverse relationship)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different media affect wave speed while preserving frequency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Demonstrate the universal wave equation: speed = frequency x wavelength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Amplitude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height of a wave from its resting position — larger amplitude means more energy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Frequency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number of wave cycles per second, measured in Hertz (Hz)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Wavelength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distance between two consecutive wave peaks or troughs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Wave Speed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How fast a wave moves through a medium — determined by the medium's 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Why does a whisper sound different from a shout, and why does sound travel faster underwater?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Wave Source Energy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power or force creating the wave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Medium Type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material the wave travels through — air, water, or solid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Amplitude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Wave height, representing energy — bigger waves carry more energy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Frequency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many wave cycles pass per second — determines pitch for sound, color for lig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Wavelength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Distance between wave peaks — inversely related to frequency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Wave Source Energy to Amplitude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energy from the source creates larger wave amplitude — louder sounds, brighter light, taller oc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Wave Source Energy to Frequency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energy can drive higher-frequency oscillations — though frequency is primarily set by the sourc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Medium Type to Wave Speed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Denser media generally increase wave speed for mechanical waves (sound in water is faster than in ai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Frequency to Wavelength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Frequency and wavelength are inversely related. Higher frequency waves have shorter wavelengths. Thi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Amplitude to Energy Carried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Larger amplitude waves carry more energy. Energy is proportional to the square of amplitude — doubli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Quiet vs. Loud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Low energy vs. high energy in air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Air to Water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Same source energy, switch medium from air to water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High Frequency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source energy in different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More source energy increases amplitude (louder/brighter) and can increase frequency (higher pitch)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Frequency and wavelength have an inverse relationship — higher frequency means shorter wavelength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When a wave enters a new medium, its speed changes but its frequency stays the same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wavelength adjusts to match the new speed while maintaining the original frequency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wave equation v = f x lambda (speed = frequency x wavelength) holds true in every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Sonar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sonar system that uses wave properties to detect underwater objects at different depths, using your model data to select the optimal frequency and energy settings.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Acoustical Engineers and Wave Physicists design systems that use wave properties for applications ranging from medical ultrasound to earthquake detection to concert hall design. They earn $70,000-$120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Wave Source Energy and Wavelength?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Wave Source Energy?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G08L2-L07  |  Grade 8 Level 2  |  NGSS: MS-PS4-1, MS-PS4-2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