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Is Gold So Different from Iron?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Atomic Structure Determines the Properties of Every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8 Level 2  |  NGSS: MS-PS1-1, MS-PS1-3  |  G08L2-L08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atomic number determines an element's identity and position on the periodic table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electron configuration affects an element's reactivity and bonding behavior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material properties like conductivity and reactivity based on atomic structure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Compare how differences at the atomic level produce dramatically different macroscopic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Atomic Number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number of protons in an atom's nucleus, which defines the element and its place on the periodic table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Electron Configuration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arrangement of electrons in energy levels (shells) around the nucleus, which determines how an element bonds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Reactivity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readily an element undergoes chemical reactions — determined by how easily it gains, loses, or shares electrons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Conductivity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ability of a material to transmit electrical current or heat, related to how freely electrons move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Why do two elements made of the same basic particles — protons, neutrons, and electrons — behave so differently?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Atomic Number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number of protons defining the element — sets identity and electron count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Electron Configuration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electrons are arranged in energy levels — determines bonding and reactivity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Reactivity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readily the element undergoes chemical reactions with other substances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Conductivity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well the element transmits electricity and heat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Material Properties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Observable traits like color, luster, hardness, and melting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Atomic Number to Electron Configuration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protons means more electrons in a neutral atom, filling additional energy levels and creating m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Electron Configuration to Reactivity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Elements with nearly empty or nearly full outer shells are highly reactive. Elements with full outer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Electron Configuration to Conductivity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Elements with loosely held outer electrons (metals) allow electron flow, creating high conductivity.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Reactivity to Material Properties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 reactivity leads to observable properties like tarnishing, corrosion, or vigorous reactions wit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Conductivity to Material Properties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 conductivity correlates with metallic luster, malleability, and the ability to transmit heat —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Gold vs. Iron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Atomic Number 79 vs. 26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Alkali Metal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1 outer electron configuration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Full Outer Shell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Complete electron shell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Atomic number determines the element's identity — change the proton count and you change the element entirely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Electron configuration, especially the outermost shell, determines how an element bonds and reacts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Elements with nearly full or nearly empty outer shells are the most reactive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Elements with full outer shells (noble gases) are extremely stable and barely react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Conductivity depends on how freely outer electrons can move — metals with loosely held electrons conduct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Material Selection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 evidence-based guide that recommends the best element or alloy for specific engineering applications, using your model data on atomic properties to justify each recommendation.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Materials Scientists and Metallurgical Engineers study how atomic structure determines material properties and design new materials for technology, medicine, and construction. They earn $75,000-$130,0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Atomic Number and Material Properties?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Atomic Number?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G08L2-L08  |  Grade 8 Level 2  |  NGSS: MS-PS1-1, MS-PS1-3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