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Potential to Kinetic: The Energy Transformation Chain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How Height, Mass, and Friction Determine Where Energy Goes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8 Level 2  |  NGSS: MS-PS3-1, MS-PS3-5  |  G08L2-L05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potential energy converts to kinetic energy as an object falls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mass and height determine the amount of potential energy stored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Demonstrate that total energy is conserved even when friction generates heat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how friction changes the distribution of energy in a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Potential Energy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Energy stored in an object due to its position or height — the higher it is, the more energy is stored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Kinetic Energy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Energy of motion — a moving object has kinetic energy based on its mass and speed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Thermal Energy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Heat energy generated by friction when surfaces rub together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Conservation of Energy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principle that energy cannot be created or destroyed, only transformed from one form to another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Where does the energy go when a roller coaster slows down at the bottom of a hill?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Height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Starting elevation of the object above the ground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Mass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Weight of the object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Potential Energy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Energy stored due to position — increases with height and mass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Kinetic Energy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Energy of motion — increases as the object falls and speeds up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Thermal Energy (Friction)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Heat generated by friction between the object and surfaces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Height to Potential Energy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Greater height means more gravitational potential energy stored in the object (PE = mgh).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Mass to Potential Energy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Greater mass means more gravitational potential energy at the same height (PE = mgh).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Potential Energy to Kinetic Energy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As the object descends, stored potential energy transforms into kinetic energy of motion.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Kinetic Energy to Thermal Energy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Friction between the moving object and surfaces converts some kinetic energy into heat.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Thermal Energy to Kinetic Energy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Energy lost to friction as heat reduces the kinetic energy available for motion — the object slows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Ideal Drop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High height, moderate mass, no friction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Heavy vs. Light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Same height, different masses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High Friction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Same starting conditions plus heavy friction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As an object falls, its potential energy decreases while kinetic energy increases — energy transforms, not disappears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Heavier objects store more potential energy at the same height and therefore have more kinetic energy at the bottom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Friction converts kinetic energy into thermal energy (heat), slowing the object down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Total energy (PE + KE + Thermal) remains CONSTANT — conservation of energy is always obeyed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In a frictionless world, PE at the top would exactly equal KE at the bottom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an Energy-Efficient Ramp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 ramp system that maximizes the kinetic energy delivered to a target at the bottom, minimizing energy loss to friction, using evidence from your model.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Mechanical Engineers and Energy Systems Designers create machines and systems that efficiently convert and transfer energy. They earn $70,000-$120,000/year and work across industries from transportati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Height and Thermal Energy (Friction)?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Height?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G08L2-L05  |  Grade 8 Level 2  |  NGSS: MS-PS3-1, MS-PS3-5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